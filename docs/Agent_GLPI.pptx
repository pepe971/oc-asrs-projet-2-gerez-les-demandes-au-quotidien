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4"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B272C-808E-472E-8422-13E81A7730B6}" v="10" dt="2024-07-30T15:39:49.879"/>
    <p1510:client id="{1F0CCFA8-EBDF-4BA4-827E-558D99894EB4}" v="406" dt="2024-07-31T13:58:47.991"/>
    <p1510:client id="{9FE98956-275E-4CF2-81E2-1E25460F032E}" v="1086" dt="2024-07-31T12:59:54.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Pelage" userId="54db4591437a0f12" providerId="Windows Live" clId="Web-{13E0E39E-1029-4284-992B-26741F2326B5}"/>
    <pc:docChg chg="addSld modSld">
      <pc:chgData name="Samuel Pelage" userId="54db4591437a0f12" providerId="Windows Live" clId="Web-{13E0E39E-1029-4284-992B-26741F2326B5}" dt="2024-07-29T00:47:20.455" v="1264" actId="20577"/>
      <pc:docMkLst>
        <pc:docMk/>
      </pc:docMkLst>
      <pc:sldChg chg="delSp modSp">
        <pc:chgData name="Samuel Pelage" userId="54db4591437a0f12" providerId="Windows Live" clId="Web-{13E0E39E-1029-4284-992B-26741F2326B5}" dt="2024-07-28T15:28:08.336" v="195" actId="20577"/>
        <pc:sldMkLst>
          <pc:docMk/>
          <pc:sldMk cId="3784089036" sldId="256"/>
        </pc:sldMkLst>
        <pc:spChg chg="mod">
          <ac:chgData name="Samuel Pelage" userId="54db4591437a0f12" providerId="Windows Live" clId="Web-{13E0E39E-1029-4284-992B-26741F2326B5}" dt="2024-07-28T15:28:08.336" v="195" actId="20577"/>
          <ac:spMkLst>
            <pc:docMk/>
            <pc:sldMk cId="3784089036" sldId="256"/>
            <ac:spMk id="2" creationId="{00000000-0000-0000-0000-000000000000}"/>
          </ac:spMkLst>
        </pc:spChg>
        <pc:spChg chg="del">
          <ac:chgData name="Samuel Pelage" userId="54db4591437a0f12" providerId="Windows Live" clId="Web-{13E0E39E-1029-4284-992B-26741F2326B5}" dt="2024-07-28T13:27:53.954" v="192"/>
          <ac:spMkLst>
            <pc:docMk/>
            <pc:sldMk cId="3784089036" sldId="256"/>
            <ac:spMk id="3" creationId="{00000000-0000-0000-0000-000000000000}"/>
          </ac:spMkLst>
        </pc:spChg>
      </pc:sldChg>
      <pc:sldChg chg="modSp new">
        <pc:chgData name="Samuel Pelage" userId="54db4591437a0f12" providerId="Windows Live" clId="Web-{13E0E39E-1029-4284-992B-26741F2326B5}" dt="2024-07-28T15:29:04.307" v="223" actId="20577"/>
        <pc:sldMkLst>
          <pc:docMk/>
          <pc:sldMk cId="3194458003" sldId="257"/>
        </pc:sldMkLst>
        <pc:spChg chg="mod">
          <ac:chgData name="Samuel Pelage" userId="54db4591437a0f12" providerId="Windows Live" clId="Web-{13E0E39E-1029-4284-992B-26741F2326B5}" dt="2024-07-28T15:28:02.446" v="194" actId="20577"/>
          <ac:spMkLst>
            <pc:docMk/>
            <pc:sldMk cId="3194458003" sldId="257"/>
            <ac:spMk id="2" creationId="{7A8CCF0F-DEBD-EBC5-E781-C4084095AEAF}"/>
          </ac:spMkLst>
        </pc:spChg>
        <pc:spChg chg="mod">
          <ac:chgData name="Samuel Pelage" userId="54db4591437a0f12" providerId="Windows Live" clId="Web-{13E0E39E-1029-4284-992B-26741F2326B5}" dt="2024-07-28T15:29:04.307" v="223" actId="20577"/>
          <ac:spMkLst>
            <pc:docMk/>
            <pc:sldMk cId="3194458003" sldId="257"/>
            <ac:spMk id="3" creationId="{F2866CB5-D060-EFCD-913D-7650619C8186}"/>
          </ac:spMkLst>
        </pc:spChg>
      </pc:sldChg>
      <pc:sldChg chg="modSp new">
        <pc:chgData name="Samuel Pelage" userId="54db4591437a0f12" providerId="Windows Live" clId="Web-{13E0E39E-1029-4284-992B-26741F2326B5}" dt="2024-07-28T23:46:37.781" v="682" actId="20577"/>
        <pc:sldMkLst>
          <pc:docMk/>
          <pc:sldMk cId="3367119993" sldId="258"/>
        </pc:sldMkLst>
        <pc:spChg chg="mod">
          <ac:chgData name="Samuel Pelage" userId="54db4591437a0f12" providerId="Windows Live" clId="Web-{13E0E39E-1029-4284-992B-26741F2326B5}" dt="2024-07-28T23:46:37.781" v="682" actId="20577"/>
          <ac:spMkLst>
            <pc:docMk/>
            <pc:sldMk cId="3367119993" sldId="258"/>
            <ac:spMk id="2" creationId="{740E579D-C877-126A-931D-ACB6A189E6E6}"/>
          </ac:spMkLst>
        </pc:spChg>
        <pc:spChg chg="mod">
          <ac:chgData name="Samuel Pelage" userId="54db4591437a0f12" providerId="Windows Live" clId="Web-{13E0E39E-1029-4284-992B-26741F2326B5}" dt="2024-07-28T21:09:25.274" v="396" actId="20577"/>
          <ac:spMkLst>
            <pc:docMk/>
            <pc:sldMk cId="3367119993" sldId="258"/>
            <ac:spMk id="3" creationId="{C792368D-AF1F-07AF-936D-581EEE0F10BC}"/>
          </ac:spMkLst>
        </pc:spChg>
      </pc:sldChg>
      <pc:sldChg chg="modSp new">
        <pc:chgData name="Samuel Pelage" userId="54db4591437a0f12" providerId="Windows Live" clId="Web-{13E0E39E-1029-4284-992B-26741F2326B5}" dt="2024-07-28T23:46:17.608" v="680" actId="20577"/>
        <pc:sldMkLst>
          <pc:docMk/>
          <pc:sldMk cId="3865440845" sldId="259"/>
        </pc:sldMkLst>
        <pc:spChg chg="mod">
          <ac:chgData name="Samuel Pelage" userId="54db4591437a0f12" providerId="Windows Live" clId="Web-{13E0E39E-1029-4284-992B-26741F2326B5}" dt="2024-07-28T23:46:17.608" v="680" actId="20577"/>
          <ac:spMkLst>
            <pc:docMk/>
            <pc:sldMk cId="3865440845" sldId="259"/>
            <ac:spMk id="2" creationId="{C386CBB5-606C-065A-B6B8-0671C0AD7998}"/>
          </ac:spMkLst>
        </pc:spChg>
        <pc:spChg chg="mod">
          <ac:chgData name="Samuel Pelage" userId="54db4591437a0f12" providerId="Windows Live" clId="Web-{13E0E39E-1029-4284-992B-26741F2326B5}" dt="2024-07-28T21:45:38.165" v="634" actId="20577"/>
          <ac:spMkLst>
            <pc:docMk/>
            <pc:sldMk cId="3865440845" sldId="259"/>
            <ac:spMk id="3" creationId="{65683A5A-50FC-88E9-3F3A-32AC4ECFE8C0}"/>
          </ac:spMkLst>
        </pc:spChg>
      </pc:sldChg>
      <pc:sldChg chg="modSp new">
        <pc:chgData name="Samuel Pelage" userId="54db4591437a0f12" providerId="Windows Live" clId="Web-{13E0E39E-1029-4284-992B-26741F2326B5}" dt="2024-07-29T00:18:38.489" v="935" actId="20577"/>
        <pc:sldMkLst>
          <pc:docMk/>
          <pc:sldMk cId="1904547197" sldId="260"/>
        </pc:sldMkLst>
        <pc:spChg chg="mod">
          <ac:chgData name="Samuel Pelage" userId="54db4591437a0f12" providerId="Windows Live" clId="Web-{13E0E39E-1029-4284-992B-26741F2326B5}" dt="2024-07-28T23:45:52.076" v="669" actId="20577"/>
          <ac:spMkLst>
            <pc:docMk/>
            <pc:sldMk cId="1904547197" sldId="260"/>
            <ac:spMk id="2" creationId="{AA9EA55B-45FB-49FF-291B-FB37A2AB8284}"/>
          </ac:spMkLst>
        </pc:spChg>
        <pc:spChg chg="mod">
          <ac:chgData name="Samuel Pelage" userId="54db4591437a0f12" providerId="Windows Live" clId="Web-{13E0E39E-1029-4284-992B-26741F2326B5}" dt="2024-07-29T00:18:38.489" v="935" actId="20577"/>
          <ac:spMkLst>
            <pc:docMk/>
            <pc:sldMk cId="1904547197" sldId="260"/>
            <ac:spMk id="3" creationId="{AAC3ECA3-0F69-38B3-D010-86E6C23418E3}"/>
          </ac:spMkLst>
        </pc:spChg>
      </pc:sldChg>
      <pc:sldChg chg="addSp delSp modSp new">
        <pc:chgData name="Samuel Pelage" userId="54db4591437a0f12" providerId="Windows Live" clId="Web-{13E0E39E-1029-4284-992B-26741F2326B5}" dt="2024-07-29T00:29:40.887" v="1020" actId="14100"/>
        <pc:sldMkLst>
          <pc:docMk/>
          <pc:sldMk cId="4121071069" sldId="261"/>
        </pc:sldMkLst>
        <pc:spChg chg="del">
          <ac:chgData name="Samuel Pelage" userId="54db4591437a0f12" providerId="Windows Live" clId="Web-{13E0E39E-1029-4284-992B-26741F2326B5}" dt="2024-07-29T00:18:50.958" v="936"/>
          <ac:spMkLst>
            <pc:docMk/>
            <pc:sldMk cId="4121071069" sldId="261"/>
            <ac:spMk id="2" creationId="{D03857E8-59BE-BB9A-EA29-DDF0FF9E94D6}"/>
          </ac:spMkLst>
        </pc:spChg>
        <pc:spChg chg="del">
          <ac:chgData name="Samuel Pelage" userId="54db4591437a0f12" providerId="Windows Live" clId="Web-{13E0E39E-1029-4284-992B-26741F2326B5}" dt="2024-07-29T00:18:53.052" v="937"/>
          <ac:spMkLst>
            <pc:docMk/>
            <pc:sldMk cId="4121071069" sldId="261"/>
            <ac:spMk id="3" creationId="{6A6F1BED-8031-AE7C-3498-914ABCE69DFD}"/>
          </ac:spMkLst>
        </pc:spChg>
        <pc:spChg chg="add mod">
          <ac:chgData name="Samuel Pelage" userId="54db4591437a0f12" providerId="Windows Live" clId="Web-{13E0E39E-1029-4284-992B-26741F2326B5}" dt="2024-07-29T00:27:55.649" v="1008" actId="1076"/>
          <ac:spMkLst>
            <pc:docMk/>
            <pc:sldMk cId="4121071069" sldId="261"/>
            <ac:spMk id="5" creationId="{E469E347-5C36-FFAF-FAF2-4E8DBEEDBE88}"/>
          </ac:spMkLst>
        </pc:spChg>
        <pc:grpChg chg="add mod">
          <ac:chgData name="Samuel Pelage" userId="54db4591437a0f12" providerId="Windows Live" clId="Web-{13E0E39E-1029-4284-992B-26741F2326B5}" dt="2024-07-29T00:29:40.887" v="1020" actId="14100"/>
          <ac:grpSpMkLst>
            <pc:docMk/>
            <pc:sldMk cId="4121071069" sldId="261"/>
            <ac:grpSpMk id="6" creationId="{991689D7-6670-CFD6-FDD2-E79231988B1B}"/>
          </ac:grpSpMkLst>
        </pc:grpChg>
        <pc:picChg chg="add del mod">
          <ac:chgData name="Samuel Pelage" userId="54db4591437a0f12" providerId="Windows Live" clId="Web-{13E0E39E-1029-4284-992B-26741F2326B5}" dt="2024-07-29T00:24:30.423" v="973" actId="1076"/>
          <ac:picMkLst>
            <pc:docMk/>
            <pc:sldMk cId="4121071069" sldId="261"/>
            <ac:picMk id="4" creationId="{03C80F5A-92AC-81DF-8353-E85F7DF311B7}"/>
          </ac:picMkLst>
        </pc:picChg>
      </pc:sldChg>
      <pc:sldChg chg="addSp delSp modSp new">
        <pc:chgData name="Samuel Pelage" userId="54db4591437a0f12" providerId="Windows Live" clId="Web-{13E0E39E-1029-4284-992B-26741F2326B5}" dt="2024-07-29T00:31:06.968" v="1040"/>
        <pc:sldMkLst>
          <pc:docMk/>
          <pc:sldMk cId="1664527599" sldId="262"/>
        </pc:sldMkLst>
        <pc:spChg chg="del">
          <ac:chgData name="Samuel Pelage" userId="54db4591437a0f12" providerId="Windows Live" clId="Web-{13E0E39E-1029-4284-992B-26741F2326B5}" dt="2024-07-29T00:28:28.916" v="1011"/>
          <ac:spMkLst>
            <pc:docMk/>
            <pc:sldMk cId="1664527599" sldId="262"/>
            <ac:spMk id="2" creationId="{02E6ED4A-6151-5102-6491-925AE60BD57A}"/>
          </ac:spMkLst>
        </pc:spChg>
        <pc:spChg chg="del">
          <ac:chgData name="Samuel Pelage" userId="54db4591437a0f12" providerId="Windows Live" clId="Web-{13E0E39E-1029-4284-992B-26741F2326B5}" dt="2024-07-29T00:28:31.697" v="1012"/>
          <ac:spMkLst>
            <pc:docMk/>
            <pc:sldMk cId="1664527599" sldId="262"/>
            <ac:spMk id="3" creationId="{44E1C7EF-48DA-6358-2C89-22F4392A9CA8}"/>
          </ac:spMkLst>
        </pc:spChg>
        <pc:spChg chg="add mod">
          <ac:chgData name="Samuel Pelage" userId="54db4591437a0f12" providerId="Windows Live" clId="Web-{13E0E39E-1029-4284-992B-26741F2326B5}" dt="2024-07-29T00:30:55.296" v="1039" actId="1076"/>
          <ac:spMkLst>
            <pc:docMk/>
            <pc:sldMk cId="1664527599" sldId="262"/>
            <ac:spMk id="5" creationId="{D219DCA7-A7D5-4F2C-E2DD-99AE15DBFA14}"/>
          </ac:spMkLst>
        </pc:spChg>
        <pc:grpChg chg="add">
          <ac:chgData name="Samuel Pelage" userId="54db4591437a0f12" providerId="Windows Live" clId="Web-{13E0E39E-1029-4284-992B-26741F2326B5}" dt="2024-07-29T00:31:06.968" v="1040"/>
          <ac:grpSpMkLst>
            <pc:docMk/>
            <pc:sldMk cId="1664527599" sldId="262"/>
            <ac:grpSpMk id="6" creationId="{AF527EE6-F1A1-F153-94AF-CE2F1DCA7F43}"/>
          </ac:grpSpMkLst>
        </pc:grpChg>
        <pc:picChg chg="add mod">
          <ac:chgData name="Samuel Pelage" userId="54db4591437a0f12" providerId="Windows Live" clId="Web-{13E0E39E-1029-4284-992B-26741F2326B5}" dt="2024-07-29T00:30:12.607" v="1023" actId="1076"/>
          <ac:picMkLst>
            <pc:docMk/>
            <pc:sldMk cId="1664527599" sldId="262"/>
            <ac:picMk id="4" creationId="{80203605-ECCA-B11F-9101-762BCDA63D84}"/>
          </ac:picMkLst>
        </pc:picChg>
      </pc:sldChg>
      <pc:sldChg chg="addSp delSp modSp new">
        <pc:chgData name="Samuel Pelage" userId="54db4591437a0f12" providerId="Windows Live" clId="Web-{13E0E39E-1029-4284-992B-26741F2326B5}" dt="2024-07-29T00:32:57.534" v="1081"/>
        <pc:sldMkLst>
          <pc:docMk/>
          <pc:sldMk cId="861283640" sldId="263"/>
        </pc:sldMkLst>
        <pc:spChg chg="del">
          <ac:chgData name="Samuel Pelage" userId="54db4591437a0f12" providerId="Windows Live" clId="Web-{13E0E39E-1029-4284-992B-26741F2326B5}" dt="2024-07-29T00:31:35" v="1042"/>
          <ac:spMkLst>
            <pc:docMk/>
            <pc:sldMk cId="861283640" sldId="263"/>
            <ac:spMk id="2" creationId="{69B4FE5F-D893-40AA-F5CC-BAC782C68F59}"/>
          </ac:spMkLst>
        </pc:spChg>
        <pc:spChg chg="del">
          <ac:chgData name="Samuel Pelage" userId="54db4591437a0f12" providerId="Windows Live" clId="Web-{13E0E39E-1029-4284-992B-26741F2326B5}" dt="2024-07-29T00:31:38.688" v="1043"/>
          <ac:spMkLst>
            <pc:docMk/>
            <pc:sldMk cId="861283640" sldId="263"/>
            <ac:spMk id="3" creationId="{0751A851-B687-7D32-1144-4B9310BC21FB}"/>
          </ac:spMkLst>
        </pc:spChg>
        <pc:spChg chg="add mod">
          <ac:chgData name="Samuel Pelage" userId="54db4591437a0f12" providerId="Windows Live" clId="Web-{13E0E39E-1029-4284-992B-26741F2326B5}" dt="2024-07-29T00:32:49.081" v="1080" actId="1076"/>
          <ac:spMkLst>
            <pc:docMk/>
            <pc:sldMk cId="861283640" sldId="263"/>
            <ac:spMk id="5" creationId="{6B1E19CA-0978-1CCD-2475-889057A740C2}"/>
          </ac:spMkLst>
        </pc:spChg>
        <pc:grpChg chg="add">
          <ac:chgData name="Samuel Pelage" userId="54db4591437a0f12" providerId="Windows Live" clId="Web-{13E0E39E-1029-4284-992B-26741F2326B5}" dt="2024-07-29T00:32:57.534" v="1081"/>
          <ac:grpSpMkLst>
            <pc:docMk/>
            <pc:sldMk cId="861283640" sldId="263"/>
            <ac:grpSpMk id="6" creationId="{420F4F9E-F14C-B04C-112F-CD88871D9567}"/>
          </ac:grpSpMkLst>
        </pc:grpChg>
        <pc:picChg chg="add mod">
          <ac:chgData name="Samuel Pelage" userId="54db4591437a0f12" providerId="Windows Live" clId="Web-{13E0E39E-1029-4284-992B-26741F2326B5}" dt="2024-07-29T00:32:10.001" v="1047" actId="1076"/>
          <ac:picMkLst>
            <pc:docMk/>
            <pc:sldMk cId="861283640" sldId="263"/>
            <ac:picMk id="4" creationId="{59175557-C5A9-4F42-6DB7-3D97C0A4C056}"/>
          </ac:picMkLst>
        </pc:picChg>
      </pc:sldChg>
      <pc:sldChg chg="modSp new">
        <pc:chgData name="Samuel Pelage" userId="54db4591437a0f12" providerId="Windows Live" clId="Web-{13E0E39E-1029-4284-992B-26741F2326B5}" dt="2024-07-29T00:47:20.455" v="1264" actId="20577"/>
        <pc:sldMkLst>
          <pc:docMk/>
          <pc:sldMk cId="2859058926" sldId="264"/>
        </pc:sldMkLst>
        <pc:spChg chg="mod">
          <ac:chgData name="Samuel Pelage" userId="54db4591437a0f12" providerId="Windows Live" clId="Web-{13E0E39E-1029-4284-992B-26741F2326B5}" dt="2024-07-29T00:33:52.974" v="1091" actId="20577"/>
          <ac:spMkLst>
            <pc:docMk/>
            <pc:sldMk cId="2859058926" sldId="264"/>
            <ac:spMk id="2" creationId="{B722810F-5C2A-5B21-338B-7480A9A18182}"/>
          </ac:spMkLst>
        </pc:spChg>
        <pc:spChg chg="mod">
          <ac:chgData name="Samuel Pelage" userId="54db4591437a0f12" providerId="Windows Live" clId="Web-{13E0E39E-1029-4284-992B-26741F2326B5}" dt="2024-07-29T00:47:20.455" v="1264" actId="20577"/>
          <ac:spMkLst>
            <pc:docMk/>
            <pc:sldMk cId="2859058926" sldId="264"/>
            <ac:spMk id="3" creationId="{E5519C11-E69E-97B3-50F8-96678C209F98}"/>
          </ac:spMkLst>
        </pc:spChg>
      </pc:sldChg>
    </pc:docChg>
  </pc:docChgLst>
  <pc:docChgLst>
    <pc:chgData name="Samuel Pelage" userId="54db4591437a0f12" providerId="Windows Live" clId="Web-{9FE98956-275E-4CF2-81E2-1E25460F032E}"/>
    <pc:docChg chg="addSld modSld addMainMaster delMainMaster">
      <pc:chgData name="Samuel Pelage" userId="54db4591437a0f12" providerId="Windows Live" clId="Web-{9FE98956-275E-4CF2-81E2-1E25460F032E}" dt="2024-07-31T12:59:54.731" v="869"/>
      <pc:docMkLst>
        <pc:docMk/>
      </pc:docMkLst>
      <pc:sldChg chg="modSp mod modClrScheme chgLayout">
        <pc:chgData name="Samuel Pelage" userId="54db4591437a0f12" providerId="Windows Live" clId="Web-{9FE98956-275E-4CF2-81E2-1E25460F032E}" dt="2024-07-31T01:13:10.759" v="45" actId="20577"/>
        <pc:sldMkLst>
          <pc:docMk/>
          <pc:sldMk cId="3784089036" sldId="256"/>
        </pc:sldMkLst>
        <pc:spChg chg="mod ord">
          <ac:chgData name="Samuel Pelage" userId="54db4591437a0f12" providerId="Windows Live" clId="Web-{9FE98956-275E-4CF2-81E2-1E25460F032E}" dt="2024-07-31T01:13:10.759" v="45" actId="20577"/>
          <ac:spMkLst>
            <pc:docMk/>
            <pc:sldMk cId="3784089036" sldId="256"/>
            <ac:spMk id="2" creationId="{00000000-0000-0000-0000-000000000000}"/>
          </ac:spMkLst>
        </pc:spChg>
      </pc:sldChg>
      <pc:sldChg chg="modSp mod modClrScheme chgLayout">
        <pc:chgData name="Samuel Pelage" userId="54db4591437a0f12" providerId="Windows Live" clId="Web-{9FE98956-275E-4CF2-81E2-1E25460F032E}" dt="2024-07-31T01:23:43.024" v="104" actId="20577"/>
        <pc:sldMkLst>
          <pc:docMk/>
          <pc:sldMk cId="3194458003" sldId="257"/>
        </pc:sldMkLst>
        <pc:spChg chg="mod ord">
          <ac:chgData name="Samuel Pelage" userId="54db4591437a0f12" providerId="Windows Live" clId="Web-{9FE98956-275E-4CF2-81E2-1E25460F032E}" dt="2024-07-31T01:23:43.024" v="104" actId="20577"/>
          <ac:spMkLst>
            <pc:docMk/>
            <pc:sldMk cId="3194458003" sldId="257"/>
            <ac:spMk id="2" creationId="{7A8CCF0F-DEBD-EBC5-E781-C4084095AEAF}"/>
          </ac:spMkLst>
        </pc:spChg>
        <pc:spChg chg="mod ord">
          <ac:chgData name="Samuel Pelage" userId="54db4591437a0f12" providerId="Windows Live" clId="Web-{9FE98956-275E-4CF2-81E2-1E25460F032E}" dt="2024-07-31T01:23:29.305" v="103" actId="20577"/>
          <ac:spMkLst>
            <pc:docMk/>
            <pc:sldMk cId="3194458003" sldId="257"/>
            <ac:spMk id="3" creationId="{F2866CB5-D060-EFCD-913D-7650619C8186}"/>
          </ac:spMkLst>
        </pc:spChg>
      </pc:sldChg>
      <pc:sldChg chg="modSp mod modClrScheme chgLayout">
        <pc:chgData name="Samuel Pelage" userId="54db4591437a0f12" providerId="Windows Live" clId="Web-{9FE98956-275E-4CF2-81E2-1E25460F032E}" dt="2024-07-31T01:24:02.119" v="106" actId="20577"/>
        <pc:sldMkLst>
          <pc:docMk/>
          <pc:sldMk cId="3367119993" sldId="258"/>
        </pc:sldMkLst>
        <pc:spChg chg="mod ord">
          <ac:chgData name="Samuel Pelage" userId="54db4591437a0f12" providerId="Windows Live" clId="Web-{9FE98956-275E-4CF2-81E2-1E25460F032E}" dt="2024-07-31T01:24:02.119" v="106" actId="20577"/>
          <ac:spMkLst>
            <pc:docMk/>
            <pc:sldMk cId="3367119993" sldId="258"/>
            <ac:spMk id="2" creationId="{740E579D-C877-126A-931D-ACB6A189E6E6}"/>
          </ac:spMkLst>
        </pc:spChg>
        <pc:spChg chg="mod ord">
          <ac:chgData name="Samuel Pelage" userId="54db4591437a0f12" providerId="Windows Live" clId="Web-{9FE98956-275E-4CF2-81E2-1E25460F032E}" dt="2024-07-31T01:18:44.157" v="89" actId="20577"/>
          <ac:spMkLst>
            <pc:docMk/>
            <pc:sldMk cId="3367119993" sldId="258"/>
            <ac:spMk id="3" creationId="{C792368D-AF1F-07AF-936D-581EEE0F10BC}"/>
          </ac:spMkLst>
        </pc:spChg>
      </pc:sldChg>
      <pc:sldChg chg="modSp mod modClrScheme chgLayout">
        <pc:chgData name="Samuel Pelage" userId="54db4591437a0f12" providerId="Windows Live" clId="Web-{9FE98956-275E-4CF2-81E2-1E25460F032E}" dt="2024-07-31T01:32:44.741" v="109" actId="20577"/>
        <pc:sldMkLst>
          <pc:docMk/>
          <pc:sldMk cId="3865440845" sldId="259"/>
        </pc:sldMkLst>
        <pc:spChg chg="mod ord">
          <ac:chgData name="Samuel Pelage" userId="54db4591437a0f12" providerId="Windows Live" clId="Web-{9FE98956-275E-4CF2-81E2-1E25460F032E}" dt="2024-07-31T01:32:44.741" v="109" actId="20577"/>
          <ac:spMkLst>
            <pc:docMk/>
            <pc:sldMk cId="3865440845" sldId="259"/>
            <ac:spMk id="2" creationId="{C386CBB5-606C-065A-B6B8-0671C0AD7998}"/>
          </ac:spMkLst>
        </pc:spChg>
        <pc:spChg chg="mod ord">
          <ac:chgData name="Samuel Pelage" userId="54db4591437a0f12" providerId="Windows Live" clId="Web-{9FE98956-275E-4CF2-81E2-1E25460F032E}" dt="2024-07-31T01:19:07.377" v="98" actId="14100"/>
          <ac:spMkLst>
            <pc:docMk/>
            <pc:sldMk cId="3865440845" sldId="259"/>
            <ac:spMk id="3" creationId="{65683A5A-50FC-88E9-3F3A-32AC4ECFE8C0}"/>
          </ac:spMkLst>
        </pc:spChg>
      </pc:sldChg>
      <pc:sldChg chg="addSp delSp modSp mod setBg modClrScheme setClrOvrMap chgLayout">
        <pc:chgData name="Samuel Pelage" userId="54db4591437a0f12" providerId="Windows Live" clId="Web-{9FE98956-275E-4CF2-81E2-1E25460F032E}" dt="2024-07-31T12:50:12.085" v="705" actId="20577"/>
        <pc:sldMkLst>
          <pc:docMk/>
          <pc:sldMk cId="1904547197" sldId="260"/>
        </pc:sldMkLst>
        <pc:spChg chg="mod ord">
          <ac:chgData name="Samuel Pelage" userId="54db4591437a0f12" providerId="Windows Live" clId="Web-{9FE98956-275E-4CF2-81E2-1E25460F032E}" dt="2024-07-31T01:38:31.047" v="178"/>
          <ac:spMkLst>
            <pc:docMk/>
            <pc:sldMk cId="1904547197" sldId="260"/>
            <ac:spMk id="2" creationId="{AA9EA55B-45FB-49FF-291B-FB37A2AB8284}"/>
          </ac:spMkLst>
        </pc:spChg>
        <pc:spChg chg="del mod ord">
          <ac:chgData name="Samuel Pelage" userId="54db4591437a0f12" providerId="Windows Live" clId="Web-{9FE98956-275E-4CF2-81E2-1E25460F032E}" dt="2024-07-31T01:19:37.221" v="100"/>
          <ac:spMkLst>
            <pc:docMk/>
            <pc:sldMk cId="1904547197" sldId="260"/>
            <ac:spMk id="3" creationId="{AAC3ECA3-0F69-38B3-D010-86E6C23418E3}"/>
          </ac:spMkLst>
        </pc:spChg>
        <pc:spChg chg="add mod ord">
          <ac:chgData name="Samuel Pelage" userId="54db4591437a0f12" providerId="Windows Live" clId="Web-{9FE98956-275E-4CF2-81E2-1E25460F032E}" dt="2024-07-31T12:50:12.085" v="705" actId="20577"/>
          <ac:spMkLst>
            <pc:docMk/>
            <pc:sldMk cId="1904547197" sldId="260"/>
            <ac:spMk id="4" creationId="{70A20D15-BB92-5AE7-A384-E5AE4EC4C9CB}"/>
          </ac:spMkLst>
        </pc:spChg>
        <pc:spChg chg="add">
          <ac:chgData name="Samuel Pelage" userId="54db4591437a0f12" providerId="Windows Live" clId="Web-{9FE98956-275E-4CF2-81E2-1E25460F032E}" dt="2024-07-31T01:38:31.047" v="178"/>
          <ac:spMkLst>
            <pc:docMk/>
            <pc:sldMk cId="1904547197" sldId="260"/>
            <ac:spMk id="10" creationId="{643780CE-2BE5-46F6-97B2-60DF30217ED3}"/>
          </ac:spMkLst>
        </pc:spChg>
        <pc:spChg chg="add">
          <ac:chgData name="Samuel Pelage" userId="54db4591437a0f12" providerId="Windows Live" clId="Web-{9FE98956-275E-4CF2-81E2-1E25460F032E}" dt="2024-07-31T01:38:31.047" v="178"/>
          <ac:spMkLst>
            <pc:docMk/>
            <pc:sldMk cId="1904547197" sldId="260"/>
            <ac:spMk id="12" creationId="{61A87A49-68E6-459E-A5A6-46229FF42125}"/>
          </ac:spMkLst>
        </pc:spChg>
        <pc:spChg chg="add">
          <ac:chgData name="Samuel Pelage" userId="54db4591437a0f12" providerId="Windows Live" clId="Web-{9FE98956-275E-4CF2-81E2-1E25460F032E}" dt="2024-07-31T01:38:31.047" v="178"/>
          <ac:spMkLst>
            <pc:docMk/>
            <pc:sldMk cId="1904547197" sldId="260"/>
            <ac:spMk id="14" creationId="{F6ACD5FC-CAFE-48EB-B765-60EED2E052F0}"/>
          </ac:spMkLst>
        </pc:spChg>
        <pc:spChg chg="add">
          <ac:chgData name="Samuel Pelage" userId="54db4591437a0f12" providerId="Windows Live" clId="Web-{9FE98956-275E-4CF2-81E2-1E25460F032E}" dt="2024-07-31T01:38:31.047" v="178"/>
          <ac:spMkLst>
            <pc:docMk/>
            <pc:sldMk cId="1904547197" sldId="260"/>
            <ac:spMk id="16" creationId="{9F33B405-D785-4738-B1C0-6A0AA5E98286}"/>
          </ac:spMkLst>
        </pc:spChg>
        <pc:spChg chg="add">
          <ac:chgData name="Samuel Pelage" userId="54db4591437a0f12" providerId="Windows Live" clId="Web-{9FE98956-275E-4CF2-81E2-1E25460F032E}" dt="2024-07-31T01:38:31.047" v="178"/>
          <ac:spMkLst>
            <pc:docMk/>
            <pc:sldMk cId="1904547197" sldId="260"/>
            <ac:spMk id="18" creationId="{4233DC0E-DE6C-4FB6-A529-51B162641AB8}"/>
          </ac:spMkLst>
        </pc:spChg>
        <pc:spChg chg="add">
          <ac:chgData name="Samuel Pelage" userId="54db4591437a0f12" providerId="Windows Live" clId="Web-{9FE98956-275E-4CF2-81E2-1E25460F032E}" dt="2024-07-31T01:38:31.047" v="178"/>
          <ac:spMkLst>
            <pc:docMk/>
            <pc:sldMk cId="1904547197" sldId="260"/>
            <ac:spMk id="20" creationId="{3870477F-E451-4BC3-863F-0E2FC572884B}"/>
          </ac:spMkLst>
        </pc:spChg>
        <pc:spChg chg="add">
          <ac:chgData name="Samuel Pelage" userId="54db4591437a0f12" providerId="Windows Live" clId="Web-{9FE98956-275E-4CF2-81E2-1E25460F032E}" dt="2024-07-31T01:38:31.047" v="178"/>
          <ac:spMkLst>
            <pc:docMk/>
            <pc:sldMk cId="1904547197" sldId="260"/>
            <ac:spMk id="22" creationId="{B4A81DE1-E2BC-4A31-99EE-71350421B0EA}"/>
          </ac:spMkLst>
        </pc:spChg>
        <pc:picChg chg="add mod">
          <ac:chgData name="Samuel Pelage" userId="54db4591437a0f12" providerId="Windows Live" clId="Web-{9FE98956-275E-4CF2-81E2-1E25460F032E}" dt="2024-07-31T01:38:31.047" v="178"/>
          <ac:picMkLst>
            <pc:docMk/>
            <pc:sldMk cId="1904547197" sldId="260"/>
            <ac:picMk id="5" creationId="{3AC0A2AC-2E82-9A26-0507-20EE58302779}"/>
          </ac:picMkLst>
        </pc:picChg>
      </pc:sldChg>
      <pc:sldChg chg="addSp delSp modSp mod setBg modClrScheme setClrOvrMap chgLayout">
        <pc:chgData name="Samuel Pelage" userId="54db4591437a0f12" providerId="Windows Live" clId="Web-{9FE98956-275E-4CF2-81E2-1E25460F032E}" dt="2024-07-31T12:49:41.458" v="693" actId="14100"/>
        <pc:sldMkLst>
          <pc:docMk/>
          <pc:sldMk cId="4121071069" sldId="261"/>
        </pc:sldMkLst>
        <pc:spChg chg="add mod">
          <ac:chgData name="Samuel Pelage" userId="54db4591437a0f12" providerId="Windows Live" clId="Web-{9FE98956-275E-4CF2-81E2-1E25460F032E}" dt="2024-07-31T12:49:41.458" v="693" actId="14100"/>
          <ac:spMkLst>
            <pc:docMk/>
            <pc:sldMk cId="4121071069" sldId="261"/>
            <ac:spMk id="3" creationId="{E1BC1767-A872-AD49-5088-64EBAC160805}"/>
          </ac:spMkLst>
        </pc:spChg>
        <pc:spChg chg="add del">
          <ac:chgData name="Samuel Pelage" userId="54db4591437a0f12" providerId="Windows Live" clId="Web-{9FE98956-275E-4CF2-81E2-1E25460F032E}" dt="2024-07-31T01:49:14.862" v="316"/>
          <ac:spMkLst>
            <pc:docMk/>
            <pc:sldMk cId="4121071069" sldId="261"/>
            <ac:spMk id="7" creationId="{388DD50E-1D2D-48C6-A470-79FB7F337F8A}"/>
          </ac:spMkLst>
        </pc:spChg>
        <pc:spChg chg="add del">
          <ac:chgData name="Samuel Pelage" userId="54db4591437a0f12" providerId="Windows Live" clId="Web-{9FE98956-275E-4CF2-81E2-1E25460F032E}" dt="2024-07-31T01:49:14.862" v="316"/>
          <ac:spMkLst>
            <pc:docMk/>
            <pc:sldMk cId="4121071069" sldId="261"/>
            <ac:spMk id="9" creationId="{3DB0ED7D-0741-41C8-9BCD-85B80680FB6C}"/>
          </ac:spMkLst>
        </pc:spChg>
        <pc:spChg chg="add del">
          <ac:chgData name="Samuel Pelage" userId="54db4591437a0f12" providerId="Windows Live" clId="Web-{9FE98956-275E-4CF2-81E2-1E25460F032E}" dt="2024-07-31T01:50:43.255" v="361"/>
          <ac:spMkLst>
            <pc:docMk/>
            <pc:sldMk cId="4121071069" sldId="261"/>
            <ac:spMk id="11" creationId="{F6A8A81D-3338-4B0F-A26F-A3D259D27681}"/>
          </ac:spMkLst>
        </pc:spChg>
        <pc:spChg chg="add del">
          <ac:chgData name="Samuel Pelage" userId="54db4591437a0f12" providerId="Windows Live" clId="Web-{9FE98956-275E-4CF2-81E2-1E25460F032E}" dt="2024-07-31T01:50:43.255" v="361"/>
          <ac:spMkLst>
            <pc:docMk/>
            <pc:sldMk cId="4121071069" sldId="261"/>
            <ac:spMk id="12" creationId="{388DD50E-1D2D-48C6-A470-79FB7F337F8A}"/>
          </ac:spMkLst>
        </pc:spChg>
        <pc:spChg chg="add del">
          <ac:chgData name="Samuel Pelage" userId="54db4591437a0f12" providerId="Windows Live" clId="Web-{9FE98956-275E-4CF2-81E2-1E25460F032E}" dt="2024-07-31T01:50:43.255" v="361"/>
          <ac:spMkLst>
            <pc:docMk/>
            <pc:sldMk cId="4121071069" sldId="261"/>
            <ac:spMk id="13" creationId="{40155665-7CE2-4939-AE5E-020DC1D20753}"/>
          </ac:spMkLst>
        </pc:spChg>
        <pc:spChg chg="add del">
          <ac:chgData name="Samuel Pelage" userId="54db4591437a0f12" providerId="Windows Live" clId="Web-{9FE98956-275E-4CF2-81E2-1E25460F032E}" dt="2024-07-31T01:50:43.255" v="361"/>
          <ac:spMkLst>
            <pc:docMk/>
            <pc:sldMk cId="4121071069" sldId="261"/>
            <ac:spMk id="14" creationId="{4F78DAAE-B0C3-49A3-8AB1-AD2FF0E3686F}"/>
          </ac:spMkLst>
        </pc:spChg>
        <pc:spChg chg="add ord">
          <ac:chgData name="Samuel Pelage" userId="54db4591437a0f12" providerId="Windows Live" clId="Web-{9FE98956-275E-4CF2-81E2-1E25460F032E}" dt="2024-07-31T01:53:35.948" v="406"/>
          <ac:spMkLst>
            <pc:docMk/>
            <pc:sldMk cId="4121071069" sldId="261"/>
            <ac:spMk id="19" creationId="{643780CE-2BE5-46F6-97B2-60DF30217ED3}"/>
          </ac:spMkLst>
        </pc:spChg>
        <pc:spChg chg="add">
          <ac:chgData name="Samuel Pelage" userId="54db4591437a0f12" providerId="Windows Live" clId="Web-{9FE98956-275E-4CF2-81E2-1E25460F032E}" dt="2024-07-31T01:50:43.255" v="361"/>
          <ac:spMkLst>
            <pc:docMk/>
            <pc:sldMk cId="4121071069" sldId="261"/>
            <ac:spMk id="21" creationId="{61A87A49-68E6-459E-A5A6-46229FF42125}"/>
          </ac:spMkLst>
        </pc:spChg>
        <pc:spChg chg="add">
          <ac:chgData name="Samuel Pelage" userId="54db4591437a0f12" providerId="Windows Live" clId="Web-{9FE98956-275E-4CF2-81E2-1E25460F032E}" dt="2024-07-31T01:50:43.255" v="361"/>
          <ac:spMkLst>
            <pc:docMk/>
            <pc:sldMk cId="4121071069" sldId="261"/>
            <ac:spMk id="23" creationId="{F6ACD5FC-CAFE-48EB-B765-60EED2E052F0}"/>
          </ac:spMkLst>
        </pc:spChg>
        <pc:spChg chg="add">
          <ac:chgData name="Samuel Pelage" userId="54db4591437a0f12" providerId="Windows Live" clId="Web-{9FE98956-275E-4CF2-81E2-1E25460F032E}" dt="2024-07-31T01:50:43.255" v="361"/>
          <ac:spMkLst>
            <pc:docMk/>
            <pc:sldMk cId="4121071069" sldId="261"/>
            <ac:spMk id="25" creationId="{9F33B405-D785-4738-B1C0-6A0AA5E98286}"/>
          </ac:spMkLst>
        </pc:spChg>
        <pc:spChg chg="add">
          <ac:chgData name="Samuel Pelage" userId="54db4591437a0f12" providerId="Windows Live" clId="Web-{9FE98956-275E-4CF2-81E2-1E25460F032E}" dt="2024-07-31T01:50:43.255" v="361"/>
          <ac:spMkLst>
            <pc:docMk/>
            <pc:sldMk cId="4121071069" sldId="261"/>
            <ac:spMk id="27" creationId="{4233DC0E-DE6C-4FB6-A529-51B162641AB8}"/>
          </ac:spMkLst>
        </pc:spChg>
        <pc:spChg chg="add">
          <ac:chgData name="Samuel Pelage" userId="54db4591437a0f12" providerId="Windows Live" clId="Web-{9FE98956-275E-4CF2-81E2-1E25460F032E}" dt="2024-07-31T01:50:43.255" v="361"/>
          <ac:spMkLst>
            <pc:docMk/>
            <pc:sldMk cId="4121071069" sldId="261"/>
            <ac:spMk id="29" creationId="{3870477F-E451-4BC3-863F-0E2FC572884B}"/>
          </ac:spMkLst>
        </pc:spChg>
        <pc:spChg chg="add">
          <ac:chgData name="Samuel Pelage" userId="54db4591437a0f12" providerId="Windows Live" clId="Web-{9FE98956-275E-4CF2-81E2-1E25460F032E}" dt="2024-07-31T01:50:43.255" v="361"/>
          <ac:spMkLst>
            <pc:docMk/>
            <pc:sldMk cId="4121071069" sldId="261"/>
            <ac:spMk id="31" creationId="{B4A81DE1-E2BC-4A31-99EE-71350421B0EA}"/>
          </ac:spMkLst>
        </pc:spChg>
        <pc:grpChg chg="del">
          <ac:chgData name="Samuel Pelage" userId="54db4591437a0f12" providerId="Windows Live" clId="Web-{9FE98956-275E-4CF2-81E2-1E25460F032E}" dt="2024-07-31T01:48:12.017" v="313"/>
          <ac:grpSpMkLst>
            <pc:docMk/>
            <pc:sldMk cId="4121071069" sldId="261"/>
            <ac:grpSpMk id="6" creationId="{991689D7-6670-CFD6-FDD2-E79231988B1B}"/>
          </ac:grpSpMkLst>
        </pc:grpChg>
        <pc:picChg chg="add del mod">
          <ac:chgData name="Samuel Pelage" userId="54db4591437a0f12" providerId="Windows Live" clId="Web-{9FE98956-275E-4CF2-81E2-1E25460F032E}" dt="2024-07-31T01:52:31.429" v="400"/>
          <ac:picMkLst>
            <pc:docMk/>
            <pc:sldMk cId="4121071069" sldId="261"/>
            <ac:picMk id="2" creationId="{7143C94C-D02B-4B97-B9EC-4C6E1AEA2553}"/>
          </ac:picMkLst>
        </pc:picChg>
        <pc:picChg chg="add del mod ord">
          <ac:chgData name="Samuel Pelage" userId="54db4591437a0f12" providerId="Windows Live" clId="Web-{9FE98956-275E-4CF2-81E2-1E25460F032E}" dt="2024-07-31T01:55:37.708" v="412"/>
          <ac:picMkLst>
            <pc:docMk/>
            <pc:sldMk cId="4121071069" sldId="261"/>
            <ac:picMk id="8" creationId="{414BBDBF-1ED0-80BF-9FDD-A3F21F49A5E1}"/>
          </ac:picMkLst>
        </pc:picChg>
        <pc:picChg chg="add mod">
          <ac:chgData name="Samuel Pelage" userId="54db4591437a0f12" providerId="Windows Live" clId="Web-{9FE98956-275E-4CF2-81E2-1E25460F032E}" dt="2024-07-31T01:56:01.505" v="416" actId="1076"/>
          <ac:picMkLst>
            <pc:docMk/>
            <pc:sldMk cId="4121071069" sldId="261"/>
            <ac:picMk id="10" creationId="{000A56CF-B14B-6AAA-878E-C2856B4EDFF7}"/>
          </ac:picMkLst>
        </pc:picChg>
      </pc:sldChg>
      <pc:sldChg chg="addSp delSp modSp mod setBg modClrScheme setClrOvrMap delDesignElem chgLayout">
        <pc:chgData name="Samuel Pelage" userId="54db4591437a0f12" providerId="Windows Live" clId="Web-{9FE98956-275E-4CF2-81E2-1E25460F032E}" dt="2024-07-31T12:53:27.170" v="724" actId="14100"/>
        <pc:sldMkLst>
          <pc:docMk/>
          <pc:sldMk cId="1664527599" sldId="262"/>
        </pc:sldMkLst>
        <pc:spChg chg="add del">
          <ac:chgData name="Samuel Pelage" userId="54db4591437a0f12" providerId="Windows Live" clId="Web-{9FE98956-275E-4CF2-81E2-1E25460F032E}" dt="2024-07-31T12:33:35.173" v="514"/>
          <ac:spMkLst>
            <pc:docMk/>
            <pc:sldMk cId="1664527599" sldId="262"/>
            <ac:spMk id="2" creationId="{D673A9F4-29F3-2229-B3A7-D4FF68C1BCEE}"/>
          </ac:spMkLst>
        </pc:spChg>
        <pc:spChg chg="add del mod">
          <ac:chgData name="Samuel Pelage" userId="54db4591437a0f12" providerId="Windows Live" clId="Web-{9FE98956-275E-4CF2-81E2-1E25460F032E}" dt="2024-07-31T02:07:33.491" v="510"/>
          <ac:spMkLst>
            <pc:docMk/>
            <pc:sldMk cId="1664527599" sldId="262"/>
            <ac:spMk id="3" creationId="{2F4243B7-161F-6544-BFCF-08FD70FA792E}"/>
          </ac:spMkLst>
        </pc:spChg>
        <pc:spChg chg="add del mod">
          <ac:chgData name="Samuel Pelage" userId="54db4591437a0f12" providerId="Windows Live" clId="Web-{9FE98956-275E-4CF2-81E2-1E25460F032E}" dt="2024-07-31T12:52:45.028" v="717"/>
          <ac:spMkLst>
            <pc:docMk/>
            <pc:sldMk cId="1664527599" sldId="262"/>
            <ac:spMk id="3" creationId="{7F4C1915-C8F9-6533-A2FB-B67ABF21609F}"/>
          </ac:spMkLst>
        </pc:spChg>
        <pc:spChg chg="add del mod ord">
          <ac:chgData name="Samuel Pelage" userId="54db4591437a0f12" providerId="Windows Live" clId="Web-{9FE98956-275E-4CF2-81E2-1E25460F032E}" dt="2024-07-31T12:52:55.247" v="718"/>
          <ac:spMkLst>
            <pc:docMk/>
            <pc:sldMk cId="1664527599" sldId="262"/>
            <ac:spMk id="4" creationId="{C3F7BF9A-F168-3748-9D51-BCB6C8A49500}"/>
          </ac:spMkLst>
        </pc:spChg>
        <pc:spChg chg="add del mod ord">
          <ac:chgData name="Samuel Pelage" userId="54db4591437a0f12" providerId="Windows Live" clId="Web-{9FE98956-275E-4CF2-81E2-1E25460F032E}" dt="2024-07-31T12:52:45.028" v="717"/>
          <ac:spMkLst>
            <pc:docMk/>
            <pc:sldMk cId="1664527599" sldId="262"/>
            <ac:spMk id="5" creationId="{9D9D9186-3CFB-79AD-E7FD-DE33E899F414}"/>
          </ac:spMkLst>
        </pc:spChg>
        <pc:spChg chg="add mod ord">
          <ac:chgData name="Samuel Pelage" userId="54db4591437a0f12" providerId="Windows Live" clId="Web-{9FE98956-275E-4CF2-81E2-1E25460F032E}" dt="2024-07-31T12:53:27.170" v="724" actId="14100"/>
          <ac:spMkLst>
            <pc:docMk/>
            <pc:sldMk cId="1664527599" sldId="262"/>
            <ac:spMk id="6" creationId="{0936EBFC-A41B-0420-41DD-499DD828560A}"/>
          </ac:spMkLst>
        </pc:spChg>
        <pc:spChg chg="add del mod ord">
          <ac:chgData name="Samuel Pelage" userId="54db4591437a0f12" providerId="Windows Live" clId="Web-{9FE98956-275E-4CF2-81E2-1E25460F032E}" dt="2024-07-31T02:07:07.772" v="504"/>
          <ac:spMkLst>
            <pc:docMk/>
            <pc:sldMk cId="1664527599" sldId="262"/>
            <ac:spMk id="7" creationId="{0FDA1E10-9F95-FFB4-F399-B2309C53CA1B}"/>
          </ac:spMkLst>
        </pc:spChg>
        <pc:spChg chg="add del mod ord">
          <ac:chgData name="Samuel Pelage" userId="54db4591437a0f12" providerId="Windows Live" clId="Web-{9FE98956-275E-4CF2-81E2-1E25460F032E}" dt="2024-07-31T02:07:01.568" v="502"/>
          <ac:spMkLst>
            <pc:docMk/>
            <pc:sldMk cId="1664527599" sldId="262"/>
            <ac:spMk id="8" creationId="{363EFEAF-0167-FFC7-8E3F-AF787895C819}"/>
          </ac:spMkLst>
        </pc:spChg>
        <pc:spChg chg="add del mod ord">
          <ac:chgData name="Samuel Pelage" userId="54db4591437a0f12" providerId="Windows Live" clId="Web-{9FE98956-275E-4CF2-81E2-1E25460F032E}" dt="2024-07-31T02:07:10.537" v="505"/>
          <ac:spMkLst>
            <pc:docMk/>
            <pc:sldMk cId="1664527599" sldId="262"/>
            <ac:spMk id="9" creationId="{F2D968DE-D5C9-1D50-2859-C40AADA81340}"/>
          </ac:spMkLst>
        </pc:spChg>
        <pc:spChg chg="add del">
          <ac:chgData name="Samuel Pelage" userId="54db4591437a0f12" providerId="Windows Live" clId="Web-{9FE98956-275E-4CF2-81E2-1E25460F032E}" dt="2024-07-31T12:52:37.730" v="716"/>
          <ac:spMkLst>
            <pc:docMk/>
            <pc:sldMk cId="1664527599" sldId="262"/>
            <ac:spMk id="19" creationId="{B8144315-1C5A-4185-A952-25D98D303D46}"/>
          </ac:spMkLst>
        </pc:spChg>
        <pc:spChg chg="add del">
          <ac:chgData name="Samuel Pelage" userId="54db4591437a0f12" providerId="Windows Live" clId="Web-{9FE98956-275E-4CF2-81E2-1E25460F032E}" dt="2024-07-31T12:52:37.730" v="716"/>
          <ac:spMkLst>
            <pc:docMk/>
            <pc:sldMk cId="1664527599" sldId="262"/>
            <ac:spMk id="21" creationId="{11CAC6F2-0806-417B-BF5D-5AEF6195FA49}"/>
          </ac:spMkLst>
        </pc:spChg>
        <pc:spChg chg="add del">
          <ac:chgData name="Samuel Pelage" userId="54db4591437a0f12" providerId="Windows Live" clId="Web-{9FE98956-275E-4CF2-81E2-1E25460F032E}" dt="2024-07-31T12:52:37.730" v="716"/>
          <ac:spMkLst>
            <pc:docMk/>
            <pc:sldMk cId="1664527599" sldId="262"/>
            <ac:spMk id="23" creationId="{D4723B02-0AAB-4F6E-BA41-8ED99D559D93}"/>
          </ac:spMkLst>
        </pc:spChg>
        <pc:spChg chg="add">
          <ac:chgData name="Samuel Pelage" userId="54db4591437a0f12" providerId="Windows Live" clId="Web-{9FE98956-275E-4CF2-81E2-1E25460F032E}" dt="2024-07-31T12:52:45.028" v="717"/>
          <ac:spMkLst>
            <pc:docMk/>
            <pc:sldMk cId="1664527599" sldId="262"/>
            <ac:spMk id="26" creationId="{079CE317-680B-449C-A423-71C1FE069B4C}"/>
          </ac:spMkLst>
        </pc:spChg>
        <pc:spChg chg="add">
          <ac:chgData name="Samuel Pelage" userId="54db4591437a0f12" providerId="Windows Live" clId="Web-{9FE98956-275E-4CF2-81E2-1E25460F032E}" dt="2024-07-31T12:52:45.028" v="717"/>
          <ac:spMkLst>
            <pc:docMk/>
            <pc:sldMk cId="1664527599" sldId="262"/>
            <ac:spMk id="28" creationId="{643780CE-2BE5-46F6-97B2-60DF30217ED3}"/>
          </ac:spMkLst>
        </pc:spChg>
        <pc:spChg chg="add">
          <ac:chgData name="Samuel Pelage" userId="54db4591437a0f12" providerId="Windows Live" clId="Web-{9FE98956-275E-4CF2-81E2-1E25460F032E}" dt="2024-07-31T12:52:45.028" v="717"/>
          <ac:spMkLst>
            <pc:docMk/>
            <pc:sldMk cId="1664527599" sldId="262"/>
            <ac:spMk id="30" creationId="{61A87A49-68E6-459E-A5A6-46229FF42125}"/>
          </ac:spMkLst>
        </pc:spChg>
        <pc:spChg chg="add">
          <ac:chgData name="Samuel Pelage" userId="54db4591437a0f12" providerId="Windows Live" clId="Web-{9FE98956-275E-4CF2-81E2-1E25460F032E}" dt="2024-07-31T12:52:45.028" v="717"/>
          <ac:spMkLst>
            <pc:docMk/>
            <pc:sldMk cId="1664527599" sldId="262"/>
            <ac:spMk id="32" creationId="{F6ACD5FC-CAFE-48EB-B765-60EED2E052F0}"/>
          </ac:spMkLst>
        </pc:spChg>
        <pc:spChg chg="add">
          <ac:chgData name="Samuel Pelage" userId="54db4591437a0f12" providerId="Windows Live" clId="Web-{9FE98956-275E-4CF2-81E2-1E25460F032E}" dt="2024-07-31T12:52:45.028" v="717"/>
          <ac:spMkLst>
            <pc:docMk/>
            <pc:sldMk cId="1664527599" sldId="262"/>
            <ac:spMk id="34" creationId="{9F33B405-D785-4738-B1C0-6A0AA5E98286}"/>
          </ac:spMkLst>
        </pc:spChg>
        <pc:spChg chg="add">
          <ac:chgData name="Samuel Pelage" userId="54db4591437a0f12" providerId="Windows Live" clId="Web-{9FE98956-275E-4CF2-81E2-1E25460F032E}" dt="2024-07-31T12:52:45.028" v="717"/>
          <ac:spMkLst>
            <pc:docMk/>
            <pc:sldMk cId="1664527599" sldId="262"/>
            <ac:spMk id="36" creationId="{4233DC0E-DE6C-4FB6-A529-51B162641AB8}"/>
          </ac:spMkLst>
        </pc:spChg>
        <pc:spChg chg="add">
          <ac:chgData name="Samuel Pelage" userId="54db4591437a0f12" providerId="Windows Live" clId="Web-{9FE98956-275E-4CF2-81E2-1E25460F032E}" dt="2024-07-31T12:52:45.028" v="717"/>
          <ac:spMkLst>
            <pc:docMk/>
            <pc:sldMk cId="1664527599" sldId="262"/>
            <ac:spMk id="38" creationId="{3870477F-E451-4BC3-863F-0E2FC572884B}"/>
          </ac:spMkLst>
        </pc:spChg>
        <pc:spChg chg="add">
          <ac:chgData name="Samuel Pelage" userId="54db4591437a0f12" providerId="Windows Live" clId="Web-{9FE98956-275E-4CF2-81E2-1E25460F032E}" dt="2024-07-31T12:52:45.028" v="717"/>
          <ac:spMkLst>
            <pc:docMk/>
            <pc:sldMk cId="1664527599" sldId="262"/>
            <ac:spMk id="40" creationId="{B4A81DE1-E2BC-4A31-99EE-71350421B0EA}"/>
          </ac:spMkLst>
        </pc:spChg>
        <pc:grpChg chg="del">
          <ac:chgData name="Samuel Pelage" userId="54db4591437a0f12" providerId="Windows Live" clId="Web-{9FE98956-275E-4CF2-81E2-1E25460F032E}" dt="2024-07-31T01:57:59.570" v="454"/>
          <ac:grpSpMkLst>
            <pc:docMk/>
            <pc:sldMk cId="1664527599" sldId="262"/>
            <ac:grpSpMk id="6" creationId="{AF527EE6-F1A1-F153-94AF-CE2F1DCA7F43}"/>
          </ac:grpSpMkLst>
        </pc:grpChg>
        <pc:grpChg chg="add">
          <ac:chgData name="Samuel Pelage" userId="54db4591437a0f12" providerId="Windows Live" clId="Web-{9FE98956-275E-4CF2-81E2-1E25460F032E}" dt="2024-07-31T12:52:45.028" v="717"/>
          <ac:grpSpMkLst>
            <pc:docMk/>
            <pc:sldMk cId="1664527599" sldId="262"/>
            <ac:grpSpMk id="12" creationId="{DDA34B8A-FA8D-4E16-AD72-7B60B1C2582A}"/>
          </ac:grpSpMkLst>
        </pc:grpChg>
        <pc:grpChg chg="add del">
          <ac:chgData name="Samuel Pelage" userId="54db4591437a0f12" providerId="Windows Live" clId="Web-{9FE98956-275E-4CF2-81E2-1E25460F032E}" dt="2024-07-31T12:52:37.730" v="716"/>
          <ac:grpSpMkLst>
            <pc:docMk/>
            <pc:sldMk cId="1664527599" sldId="262"/>
            <ac:grpSpMk id="15" creationId="{4091D54B-59AB-4A5E-8E9E-0421BD66D4FB}"/>
          </ac:grpSpMkLst>
        </pc:grpChg>
        <pc:picChg chg="add del mod">
          <ac:chgData name="Samuel Pelage" userId="54db4591437a0f12" providerId="Windows Live" clId="Web-{9FE98956-275E-4CF2-81E2-1E25460F032E}" dt="2024-07-31T02:07:30.897" v="509"/>
          <ac:picMkLst>
            <pc:docMk/>
            <pc:sldMk cId="1664527599" sldId="262"/>
            <ac:picMk id="2" creationId="{08619CB9-C5EC-B60F-02D2-89BC10EF2AF4}"/>
          </ac:picMkLst>
        </pc:picChg>
        <pc:picChg chg="add mod ord">
          <ac:chgData name="Samuel Pelage" userId="54db4591437a0f12" providerId="Windows Live" clId="Web-{9FE98956-275E-4CF2-81E2-1E25460F032E}" dt="2024-07-31T12:52:45.028" v="717"/>
          <ac:picMkLst>
            <pc:docMk/>
            <pc:sldMk cId="1664527599" sldId="262"/>
            <ac:picMk id="10" creationId="{6150645A-3834-D38C-05A6-56FA63194132}"/>
          </ac:picMkLst>
        </pc:picChg>
      </pc:sldChg>
      <pc:sldChg chg="addSp delSp modSp mod setBg modClrScheme setClrOvrMap chgLayout">
        <pc:chgData name="Samuel Pelage" userId="54db4591437a0f12" providerId="Windows Live" clId="Web-{9FE98956-275E-4CF2-81E2-1E25460F032E}" dt="2024-07-31T12:49:04.973" v="686" actId="20577"/>
        <pc:sldMkLst>
          <pc:docMk/>
          <pc:sldMk cId="861283640" sldId="263"/>
        </pc:sldMkLst>
        <pc:spChg chg="add mod ord">
          <ac:chgData name="Samuel Pelage" userId="54db4591437a0f12" providerId="Windows Live" clId="Web-{9FE98956-275E-4CF2-81E2-1E25460F032E}" dt="2024-07-31T12:49:04.973" v="686" actId="20577"/>
          <ac:spMkLst>
            <pc:docMk/>
            <pc:sldMk cId="861283640" sldId="263"/>
            <ac:spMk id="2" creationId="{E21A9919-4A7D-DCBA-55BF-834749E2229C}"/>
          </ac:spMkLst>
        </pc:spChg>
        <pc:spChg chg="add">
          <ac:chgData name="Samuel Pelage" userId="54db4591437a0f12" providerId="Windows Live" clId="Web-{9FE98956-275E-4CF2-81E2-1E25460F032E}" dt="2024-07-31T12:48:16.440" v="679"/>
          <ac:spMkLst>
            <pc:docMk/>
            <pc:sldMk cId="861283640" sldId="263"/>
            <ac:spMk id="12" creationId="{643780CE-2BE5-46F6-97B2-60DF30217ED3}"/>
          </ac:spMkLst>
        </pc:spChg>
        <pc:spChg chg="add">
          <ac:chgData name="Samuel Pelage" userId="54db4591437a0f12" providerId="Windows Live" clId="Web-{9FE98956-275E-4CF2-81E2-1E25460F032E}" dt="2024-07-31T12:48:16.440" v="679"/>
          <ac:spMkLst>
            <pc:docMk/>
            <pc:sldMk cId="861283640" sldId="263"/>
            <ac:spMk id="14" creationId="{61A87A49-68E6-459E-A5A6-46229FF42125}"/>
          </ac:spMkLst>
        </pc:spChg>
        <pc:spChg chg="add">
          <ac:chgData name="Samuel Pelage" userId="54db4591437a0f12" providerId="Windows Live" clId="Web-{9FE98956-275E-4CF2-81E2-1E25460F032E}" dt="2024-07-31T12:48:16.440" v="679"/>
          <ac:spMkLst>
            <pc:docMk/>
            <pc:sldMk cId="861283640" sldId="263"/>
            <ac:spMk id="16" creationId="{F6ACD5FC-CAFE-48EB-B765-60EED2E052F0}"/>
          </ac:spMkLst>
        </pc:spChg>
        <pc:spChg chg="add">
          <ac:chgData name="Samuel Pelage" userId="54db4591437a0f12" providerId="Windows Live" clId="Web-{9FE98956-275E-4CF2-81E2-1E25460F032E}" dt="2024-07-31T12:48:16.440" v="679"/>
          <ac:spMkLst>
            <pc:docMk/>
            <pc:sldMk cId="861283640" sldId="263"/>
            <ac:spMk id="18" creationId="{9F33B405-D785-4738-B1C0-6A0AA5E98286}"/>
          </ac:spMkLst>
        </pc:spChg>
        <pc:spChg chg="add">
          <ac:chgData name="Samuel Pelage" userId="54db4591437a0f12" providerId="Windows Live" clId="Web-{9FE98956-275E-4CF2-81E2-1E25460F032E}" dt="2024-07-31T12:48:16.440" v="679"/>
          <ac:spMkLst>
            <pc:docMk/>
            <pc:sldMk cId="861283640" sldId="263"/>
            <ac:spMk id="20" creationId="{4233DC0E-DE6C-4FB6-A529-51B162641AB8}"/>
          </ac:spMkLst>
        </pc:spChg>
        <pc:spChg chg="add">
          <ac:chgData name="Samuel Pelage" userId="54db4591437a0f12" providerId="Windows Live" clId="Web-{9FE98956-275E-4CF2-81E2-1E25460F032E}" dt="2024-07-31T12:48:16.440" v="679"/>
          <ac:spMkLst>
            <pc:docMk/>
            <pc:sldMk cId="861283640" sldId="263"/>
            <ac:spMk id="22" creationId="{3870477F-E451-4BC3-863F-0E2FC572884B}"/>
          </ac:spMkLst>
        </pc:spChg>
        <pc:spChg chg="add">
          <ac:chgData name="Samuel Pelage" userId="54db4591437a0f12" providerId="Windows Live" clId="Web-{9FE98956-275E-4CF2-81E2-1E25460F032E}" dt="2024-07-31T12:48:16.440" v="679"/>
          <ac:spMkLst>
            <pc:docMk/>
            <pc:sldMk cId="861283640" sldId="263"/>
            <ac:spMk id="24" creationId="{B4A81DE1-E2BC-4A31-99EE-71350421B0EA}"/>
          </ac:spMkLst>
        </pc:spChg>
        <pc:grpChg chg="del">
          <ac:chgData name="Samuel Pelage" userId="54db4591437a0f12" providerId="Windows Live" clId="Web-{9FE98956-275E-4CF2-81E2-1E25460F032E}" dt="2024-07-31T12:44:23.353" v="611"/>
          <ac:grpSpMkLst>
            <pc:docMk/>
            <pc:sldMk cId="861283640" sldId="263"/>
            <ac:grpSpMk id="6" creationId="{420F4F9E-F14C-B04C-112F-CD88871D9567}"/>
          </ac:grpSpMkLst>
        </pc:grpChg>
        <pc:picChg chg="add del mod">
          <ac:chgData name="Samuel Pelage" userId="54db4591437a0f12" providerId="Windows Live" clId="Web-{9FE98956-275E-4CF2-81E2-1E25460F032E}" dt="2024-07-31T12:47:13.437" v="676"/>
          <ac:picMkLst>
            <pc:docMk/>
            <pc:sldMk cId="861283640" sldId="263"/>
            <ac:picMk id="3" creationId="{388002EC-4B65-38F8-0F37-62C13E8D57B0}"/>
          </ac:picMkLst>
        </pc:picChg>
        <pc:picChg chg="add mod">
          <ac:chgData name="Samuel Pelage" userId="54db4591437a0f12" providerId="Windows Live" clId="Web-{9FE98956-275E-4CF2-81E2-1E25460F032E}" dt="2024-07-31T12:48:16.440" v="679"/>
          <ac:picMkLst>
            <pc:docMk/>
            <pc:sldMk cId="861283640" sldId="263"/>
            <ac:picMk id="7" creationId="{803E1374-9962-FBEB-1829-ED6076F9F139}"/>
          </ac:picMkLst>
        </pc:picChg>
      </pc:sldChg>
      <pc:sldChg chg="modSp mod modClrScheme chgLayout">
        <pc:chgData name="Samuel Pelage" userId="54db4591437a0f12" providerId="Windows Live" clId="Web-{9FE98956-275E-4CF2-81E2-1E25460F032E}" dt="2024-07-30T19:19:08.323" v="0"/>
        <pc:sldMkLst>
          <pc:docMk/>
          <pc:sldMk cId="2859058926" sldId="264"/>
        </pc:sldMkLst>
        <pc:spChg chg="mod ord">
          <ac:chgData name="Samuel Pelage" userId="54db4591437a0f12" providerId="Windows Live" clId="Web-{9FE98956-275E-4CF2-81E2-1E25460F032E}" dt="2024-07-30T19:19:08.323" v="0"/>
          <ac:spMkLst>
            <pc:docMk/>
            <pc:sldMk cId="2859058926" sldId="264"/>
            <ac:spMk id="2" creationId="{B722810F-5C2A-5B21-338B-7480A9A18182}"/>
          </ac:spMkLst>
        </pc:spChg>
        <pc:spChg chg="mod ord">
          <ac:chgData name="Samuel Pelage" userId="54db4591437a0f12" providerId="Windows Live" clId="Web-{9FE98956-275E-4CF2-81E2-1E25460F032E}" dt="2024-07-30T19:19:08.323" v="0"/>
          <ac:spMkLst>
            <pc:docMk/>
            <pc:sldMk cId="2859058926" sldId="264"/>
            <ac:spMk id="3" creationId="{E5519C11-E69E-97B3-50F8-96678C209F98}"/>
          </ac:spMkLst>
        </pc:spChg>
      </pc:sldChg>
      <pc:sldChg chg="addSp delSp modSp new">
        <pc:chgData name="Samuel Pelage" userId="54db4591437a0f12" providerId="Windows Live" clId="Web-{9FE98956-275E-4CF2-81E2-1E25460F032E}" dt="2024-07-31T12:59:54.731" v="869"/>
        <pc:sldMkLst>
          <pc:docMk/>
          <pc:sldMk cId="2033599746" sldId="265"/>
        </pc:sldMkLst>
        <pc:spChg chg="del">
          <ac:chgData name="Samuel Pelage" userId="54db4591437a0f12" providerId="Windows Live" clId="Web-{9FE98956-275E-4CF2-81E2-1E25460F032E}" dt="2024-07-31T12:57:46.882" v="853"/>
          <ac:spMkLst>
            <pc:docMk/>
            <pc:sldMk cId="2033599746" sldId="265"/>
            <ac:spMk id="2" creationId="{0DB6370D-AD2B-CBCA-C70D-367C9235F46E}"/>
          </ac:spMkLst>
        </pc:spChg>
        <pc:spChg chg="mod">
          <ac:chgData name="Samuel Pelage" userId="54db4591437a0f12" providerId="Windows Live" clId="Web-{9FE98956-275E-4CF2-81E2-1E25460F032E}" dt="2024-07-31T12:59:39.761" v="867" actId="1076"/>
          <ac:spMkLst>
            <pc:docMk/>
            <pc:sldMk cId="2033599746" sldId="265"/>
            <ac:spMk id="3" creationId="{5AA2D74F-D010-CB52-DDAF-8F99E78FB345}"/>
          </ac:spMkLst>
        </pc:spChg>
        <pc:picChg chg="add del mod">
          <ac:chgData name="Samuel Pelage" userId="54db4591437a0f12" providerId="Windows Live" clId="Web-{9FE98956-275E-4CF2-81E2-1E25460F032E}" dt="2024-07-31T12:59:54.731" v="869"/>
          <ac:picMkLst>
            <pc:docMk/>
            <pc:sldMk cId="2033599746" sldId="265"/>
            <ac:picMk id="4" creationId="{68AC751B-2747-356C-6F15-F61994D5F59B}"/>
          </ac:picMkLst>
        </pc:picChg>
      </pc:sldChg>
      <pc:sldMasterChg chg="del delSldLayout">
        <pc:chgData name="Samuel Pelage" userId="54db4591437a0f12" providerId="Windows Live" clId="Web-{9FE98956-275E-4CF2-81E2-1E25460F032E}" dt="2024-07-30T19:19:08.323" v="0"/>
        <pc:sldMasterMkLst>
          <pc:docMk/>
          <pc:sldMasterMk cId="3412385729" sldId="2147483678"/>
        </pc:sldMasterMkLst>
        <pc:sldLayoutChg chg="del">
          <pc:chgData name="Samuel Pelage" userId="54db4591437a0f12" providerId="Windows Live" clId="Web-{9FE98956-275E-4CF2-81E2-1E25460F032E}" dt="2024-07-30T19:19:08.323" v="0"/>
          <pc:sldLayoutMkLst>
            <pc:docMk/>
            <pc:sldMasterMk cId="3412385729" sldId="2147483678"/>
            <pc:sldLayoutMk cId="1053372141" sldId="2147483679"/>
          </pc:sldLayoutMkLst>
        </pc:sldLayoutChg>
        <pc:sldLayoutChg chg="del">
          <pc:chgData name="Samuel Pelage" userId="54db4591437a0f12" providerId="Windows Live" clId="Web-{9FE98956-275E-4CF2-81E2-1E25460F032E}" dt="2024-07-30T19:19:08.323" v="0"/>
          <pc:sldLayoutMkLst>
            <pc:docMk/>
            <pc:sldMasterMk cId="3412385729" sldId="2147483678"/>
            <pc:sldLayoutMk cId="3050789240" sldId="2147483680"/>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700992499" sldId="2147483681"/>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731445313" sldId="2147483682"/>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958451991" sldId="2147483683"/>
          </pc:sldLayoutMkLst>
        </pc:sldLayoutChg>
        <pc:sldLayoutChg chg="del">
          <pc:chgData name="Samuel Pelage" userId="54db4591437a0f12" providerId="Windows Live" clId="Web-{9FE98956-275E-4CF2-81E2-1E25460F032E}" dt="2024-07-30T19:19:08.323" v="0"/>
          <pc:sldLayoutMkLst>
            <pc:docMk/>
            <pc:sldMasterMk cId="3412385729" sldId="2147483678"/>
            <pc:sldLayoutMk cId="1762405684" sldId="2147483684"/>
          </pc:sldLayoutMkLst>
        </pc:sldLayoutChg>
        <pc:sldLayoutChg chg="del">
          <pc:chgData name="Samuel Pelage" userId="54db4591437a0f12" providerId="Windows Live" clId="Web-{9FE98956-275E-4CF2-81E2-1E25460F032E}" dt="2024-07-30T19:19:08.323" v="0"/>
          <pc:sldLayoutMkLst>
            <pc:docMk/>
            <pc:sldMasterMk cId="3412385729" sldId="2147483678"/>
            <pc:sldLayoutMk cId="1731503500" sldId="2147483685"/>
          </pc:sldLayoutMkLst>
        </pc:sldLayoutChg>
        <pc:sldLayoutChg chg="del">
          <pc:chgData name="Samuel Pelage" userId="54db4591437a0f12" providerId="Windows Live" clId="Web-{9FE98956-275E-4CF2-81E2-1E25460F032E}" dt="2024-07-30T19:19:08.323" v="0"/>
          <pc:sldLayoutMkLst>
            <pc:docMk/>
            <pc:sldMasterMk cId="3412385729" sldId="2147483678"/>
            <pc:sldLayoutMk cId="611289318" sldId="2147483686"/>
          </pc:sldLayoutMkLst>
        </pc:sldLayoutChg>
        <pc:sldLayoutChg chg="del">
          <pc:chgData name="Samuel Pelage" userId="54db4591437a0f12" providerId="Windows Live" clId="Web-{9FE98956-275E-4CF2-81E2-1E25460F032E}" dt="2024-07-30T19:19:08.323" v="0"/>
          <pc:sldLayoutMkLst>
            <pc:docMk/>
            <pc:sldMasterMk cId="3412385729" sldId="2147483678"/>
            <pc:sldLayoutMk cId="3335726433" sldId="2147483687"/>
          </pc:sldLayoutMkLst>
        </pc:sldLayoutChg>
        <pc:sldLayoutChg chg="del">
          <pc:chgData name="Samuel Pelage" userId="54db4591437a0f12" providerId="Windows Live" clId="Web-{9FE98956-275E-4CF2-81E2-1E25460F032E}" dt="2024-07-30T19:19:08.323" v="0"/>
          <pc:sldLayoutMkLst>
            <pc:docMk/>
            <pc:sldMasterMk cId="3412385729" sldId="2147483678"/>
            <pc:sldLayoutMk cId="3856963126" sldId="2147483688"/>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100301928" sldId="2147483689"/>
          </pc:sldLayoutMkLst>
        </pc:sldLayoutChg>
        <pc:sldLayoutChg chg="del">
          <pc:chgData name="Samuel Pelage" userId="54db4591437a0f12" providerId="Windows Live" clId="Web-{9FE98956-275E-4CF2-81E2-1E25460F032E}" dt="2024-07-30T19:19:08.323" v="0"/>
          <pc:sldLayoutMkLst>
            <pc:docMk/>
            <pc:sldMasterMk cId="3412385729" sldId="2147483678"/>
            <pc:sldLayoutMk cId="3727073298" sldId="2147483690"/>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711531645" sldId="2147483691"/>
          </pc:sldLayoutMkLst>
        </pc:sldLayoutChg>
        <pc:sldLayoutChg chg="del">
          <pc:chgData name="Samuel Pelage" userId="54db4591437a0f12" providerId="Windows Live" clId="Web-{9FE98956-275E-4CF2-81E2-1E25460F032E}" dt="2024-07-30T19:19:08.323" v="0"/>
          <pc:sldLayoutMkLst>
            <pc:docMk/>
            <pc:sldMasterMk cId="3412385729" sldId="2147483678"/>
            <pc:sldLayoutMk cId="4090984420" sldId="2147483692"/>
          </pc:sldLayoutMkLst>
        </pc:sldLayoutChg>
        <pc:sldLayoutChg chg="del">
          <pc:chgData name="Samuel Pelage" userId="54db4591437a0f12" providerId="Windows Live" clId="Web-{9FE98956-275E-4CF2-81E2-1E25460F032E}" dt="2024-07-30T19:19:08.323" v="0"/>
          <pc:sldLayoutMkLst>
            <pc:docMk/>
            <pc:sldMasterMk cId="3412385729" sldId="2147483678"/>
            <pc:sldLayoutMk cId="2023952188" sldId="2147483693"/>
          </pc:sldLayoutMkLst>
        </pc:sldLayoutChg>
        <pc:sldLayoutChg chg="del">
          <pc:chgData name="Samuel Pelage" userId="54db4591437a0f12" providerId="Windows Live" clId="Web-{9FE98956-275E-4CF2-81E2-1E25460F032E}" dt="2024-07-30T19:19:08.323" v="0"/>
          <pc:sldLayoutMkLst>
            <pc:docMk/>
            <pc:sldMasterMk cId="3412385729" sldId="2147483678"/>
            <pc:sldLayoutMk cId="498849936" sldId="2147483694"/>
          </pc:sldLayoutMkLst>
        </pc:sldLayoutChg>
        <pc:sldLayoutChg chg="del">
          <pc:chgData name="Samuel Pelage" userId="54db4591437a0f12" providerId="Windows Live" clId="Web-{9FE98956-275E-4CF2-81E2-1E25460F032E}" dt="2024-07-30T19:19:08.323" v="0"/>
          <pc:sldLayoutMkLst>
            <pc:docMk/>
            <pc:sldMasterMk cId="3412385729" sldId="2147483678"/>
            <pc:sldLayoutMk cId="394022657" sldId="2147483695"/>
          </pc:sldLayoutMkLst>
        </pc:sldLayoutChg>
      </pc:sldMasterChg>
      <pc:sldMasterChg chg="add addSldLayout modSldLayout">
        <pc:chgData name="Samuel Pelage" userId="54db4591437a0f12" providerId="Windows Live" clId="Web-{9FE98956-275E-4CF2-81E2-1E25460F032E}" dt="2024-07-30T19:19:08.323" v="0"/>
        <pc:sldMasterMkLst>
          <pc:docMk/>
          <pc:sldMasterMk cId="1335383846" sldId="2147483696"/>
        </pc:sldMasterMkLst>
        <pc:sldLayoutChg chg="add mod replId">
          <pc:chgData name="Samuel Pelage" userId="54db4591437a0f12" providerId="Windows Live" clId="Web-{9FE98956-275E-4CF2-81E2-1E25460F032E}" dt="2024-07-30T19:19:08.323" v="0"/>
          <pc:sldLayoutMkLst>
            <pc:docMk/>
            <pc:sldMasterMk cId="1335383846" sldId="2147483696"/>
            <pc:sldLayoutMk cId="1219623542" sldId="2147483697"/>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3652924" sldId="2147483698"/>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114099556" sldId="2147483699"/>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2576306091" sldId="2147483700"/>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3829569521" sldId="2147483701"/>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73378252" sldId="2147483702"/>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053419424" sldId="2147483703"/>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809958109" sldId="2147483704"/>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1596861467" sldId="2147483705"/>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4071940726" sldId="2147483706"/>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4049404578" sldId="2147483707"/>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4187011889" sldId="2147483708"/>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545945" sldId="2147483709"/>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4012764519" sldId="2147483710"/>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4039382691" sldId="2147483711"/>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3652385575" sldId="2147483712"/>
          </pc:sldLayoutMkLst>
        </pc:sldLayoutChg>
        <pc:sldLayoutChg chg="add mod replId">
          <pc:chgData name="Samuel Pelage" userId="54db4591437a0f12" providerId="Windows Live" clId="Web-{9FE98956-275E-4CF2-81E2-1E25460F032E}" dt="2024-07-30T19:19:08.323" v="0"/>
          <pc:sldLayoutMkLst>
            <pc:docMk/>
            <pc:sldMasterMk cId="1335383846" sldId="2147483696"/>
            <pc:sldLayoutMk cId="2284172198" sldId="2147483713"/>
          </pc:sldLayoutMkLst>
        </pc:sldLayoutChg>
      </pc:sldMasterChg>
    </pc:docChg>
  </pc:docChgLst>
  <pc:docChgLst>
    <pc:chgData name="Samuel Pelage" userId="54db4591437a0f12" providerId="Windows Live" clId="Web-{1F0B272C-808E-472E-8422-13E81A7730B6}"/>
    <pc:docChg chg="modSld addMainMaster delMainMaster">
      <pc:chgData name="Samuel Pelage" userId="54db4591437a0f12" providerId="Windows Live" clId="Web-{1F0B272C-808E-472E-8422-13E81A7730B6}" dt="2024-07-30T15:39:49.863" v="9"/>
      <pc:docMkLst>
        <pc:docMk/>
      </pc:docMkLst>
      <pc:sldChg chg="modSp mod modClrScheme chgLayout">
        <pc:chgData name="Samuel Pelage" userId="54db4591437a0f12" providerId="Windows Live" clId="Web-{1F0B272C-808E-472E-8422-13E81A7730B6}" dt="2024-07-30T15:39:49.863" v="9"/>
        <pc:sldMkLst>
          <pc:docMk/>
          <pc:sldMk cId="3784089036" sldId="256"/>
        </pc:sldMkLst>
        <pc:spChg chg="mod ord">
          <ac:chgData name="Samuel Pelage" userId="54db4591437a0f12" providerId="Windows Live" clId="Web-{1F0B272C-808E-472E-8422-13E81A7730B6}" dt="2024-07-30T15:39:49.863" v="9"/>
          <ac:spMkLst>
            <pc:docMk/>
            <pc:sldMk cId="3784089036" sldId="256"/>
            <ac:spMk id="2" creationId="{00000000-0000-0000-0000-000000000000}"/>
          </ac:spMkLst>
        </pc:spChg>
      </pc:sldChg>
      <pc:sldChg chg="modSp mod modClrScheme chgLayout">
        <pc:chgData name="Samuel Pelage" userId="54db4591437a0f12" providerId="Windows Live" clId="Web-{1F0B272C-808E-472E-8422-13E81A7730B6}" dt="2024-07-30T15:39:49.863" v="9"/>
        <pc:sldMkLst>
          <pc:docMk/>
          <pc:sldMk cId="3194458003" sldId="257"/>
        </pc:sldMkLst>
        <pc:spChg chg="mod ord">
          <ac:chgData name="Samuel Pelage" userId="54db4591437a0f12" providerId="Windows Live" clId="Web-{1F0B272C-808E-472E-8422-13E81A7730B6}" dt="2024-07-30T15:39:49.863" v="9"/>
          <ac:spMkLst>
            <pc:docMk/>
            <pc:sldMk cId="3194458003" sldId="257"/>
            <ac:spMk id="2" creationId="{7A8CCF0F-DEBD-EBC5-E781-C4084095AEAF}"/>
          </ac:spMkLst>
        </pc:spChg>
        <pc:spChg chg="mod ord">
          <ac:chgData name="Samuel Pelage" userId="54db4591437a0f12" providerId="Windows Live" clId="Web-{1F0B272C-808E-472E-8422-13E81A7730B6}" dt="2024-07-30T15:39:49.863" v="9"/>
          <ac:spMkLst>
            <pc:docMk/>
            <pc:sldMk cId="3194458003" sldId="257"/>
            <ac:spMk id="3" creationId="{F2866CB5-D060-EFCD-913D-7650619C8186}"/>
          </ac:spMkLst>
        </pc:spChg>
      </pc:sldChg>
      <pc:sldChg chg="modSp mod modClrScheme chgLayout">
        <pc:chgData name="Samuel Pelage" userId="54db4591437a0f12" providerId="Windows Live" clId="Web-{1F0B272C-808E-472E-8422-13E81A7730B6}" dt="2024-07-30T15:39:49.863" v="9"/>
        <pc:sldMkLst>
          <pc:docMk/>
          <pc:sldMk cId="3367119993" sldId="258"/>
        </pc:sldMkLst>
        <pc:spChg chg="mod ord">
          <ac:chgData name="Samuel Pelage" userId="54db4591437a0f12" providerId="Windows Live" clId="Web-{1F0B272C-808E-472E-8422-13E81A7730B6}" dt="2024-07-30T15:39:49.863" v="9"/>
          <ac:spMkLst>
            <pc:docMk/>
            <pc:sldMk cId="3367119993" sldId="258"/>
            <ac:spMk id="2" creationId="{740E579D-C877-126A-931D-ACB6A189E6E6}"/>
          </ac:spMkLst>
        </pc:spChg>
        <pc:spChg chg="mod ord">
          <ac:chgData name="Samuel Pelage" userId="54db4591437a0f12" providerId="Windows Live" clId="Web-{1F0B272C-808E-472E-8422-13E81A7730B6}" dt="2024-07-30T15:39:49.863" v="9"/>
          <ac:spMkLst>
            <pc:docMk/>
            <pc:sldMk cId="3367119993" sldId="258"/>
            <ac:spMk id="3" creationId="{C792368D-AF1F-07AF-936D-581EEE0F10BC}"/>
          </ac:spMkLst>
        </pc:spChg>
      </pc:sldChg>
      <pc:sldChg chg="modSp mod modClrScheme chgLayout">
        <pc:chgData name="Samuel Pelage" userId="54db4591437a0f12" providerId="Windows Live" clId="Web-{1F0B272C-808E-472E-8422-13E81A7730B6}" dt="2024-07-30T15:39:49.863" v="9"/>
        <pc:sldMkLst>
          <pc:docMk/>
          <pc:sldMk cId="3865440845" sldId="259"/>
        </pc:sldMkLst>
        <pc:spChg chg="mod ord">
          <ac:chgData name="Samuel Pelage" userId="54db4591437a0f12" providerId="Windows Live" clId="Web-{1F0B272C-808E-472E-8422-13E81A7730B6}" dt="2024-07-30T15:39:49.863" v="9"/>
          <ac:spMkLst>
            <pc:docMk/>
            <pc:sldMk cId="3865440845" sldId="259"/>
            <ac:spMk id="2" creationId="{C386CBB5-606C-065A-B6B8-0671C0AD7998}"/>
          </ac:spMkLst>
        </pc:spChg>
        <pc:spChg chg="mod ord">
          <ac:chgData name="Samuel Pelage" userId="54db4591437a0f12" providerId="Windows Live" clId="Web-{1F0B272C-808E-472E-8422-13E81A7730B6}" dt="2024-07-30T15:39:49.863" v="9"/>
          <ac:spMkLst>
            <pc:docMk/>
            <pc:sldMk cId="3865440845" sldId="259"/>
            <ac:spMk id="3" creationId="{65683A5A-50FC-88E9-3F3A-32AC4ECFE8C0}"/>
          </ac:spMkLst>
        </pc:spChg>
      </pc:sldChg>
      <pc:sldChg chg="modSp mod modClrScheme chgLayout">
        <pc:chgData name="Samuel Pelage" userId="54db4591437a0f12" providerId="Windows Live" clId="Web-{1F0B272C-808E-472E-8422-13E81A7730B6}" dt="2024-07-30T15:39:49.863" v="9"/>
        <pc:sldMkLst>
          <pc:docMk/>
          <pc:sldMk cId="1904547197" sldId="260"/>
        </pc:sldMkLst>
        <pc:spChg chg="mod ord">
          <ac:chgData name="Samuel Pelage" userId="54db4591437a0f12" providerId="Windows Live" clId="Web-{1F0B272C-808E-472E-8422-13E81A7730B6}" dt="2024-07-30T15:39:49.863" v="9"/>
          <ac:spMkLst>
            <pc:docMk/>
            <pc:sldMk cId="1904547197" sldId="260"/>
            <ac:spMk id="2" creationId="{AA9EA55B-45FB-49FF-291B-FB37A2AB8284}"/>
          </ac:spMkLst>
        </pc:spChg>
        <pc:spChg chg="mod ord">
          <ac:chgData name="Samuel Pelage" userId="54db4591437a0f12" providerId="Windows Live" clId="Web-{1F0B272C-808E-472E-8422-13E81A7730B6}" dt="2024-07-30T15:39:49.863" v="9"/>
          <ac:spMkLst>
            <pc:docMk/>
            <pc:sldMk cId="1904547197" sldId="260"/>
            <ac:spMk id="3" creationId="{AAC3ECA3-0F69-38B3-D010-86E6C23418E3}"/>
          </ac:spMkLst>
        </pc:spChg>
      </pc:sldChg>
      <pc:sldChg chg="mod modClrScheme chgLayout">
        <pc:chgData name="Samuel Pelage" userId="54db4591437a0f12" providerId="Windows Live" clId="Web-{1F0B272C-808E-472E-8422-13E81A7730B6}" dt="2024-07-30T15:39:49.863" v="9"/>
        <pc:sldMkLst>
          <pc:docMk/>
          <pc:sldMk cId="4121071069" sldId="261"/>
        </pc:sldMkLst>
      </pc:sldChg>
      <pc:sldChg chg="mod modClrScheme chgLayout">
        <pc:chgData name="Samuel Pelage" userId="54db4591437a0f12" providerId="Windows Live" clId="Web-{1F0B272C-808E-472E-8422-13E81A7730B6}" dt="2024-07-30T15:39:49.863" v="9"/>
        <pc:sldMkLst>
          <pc:docMk/>
          <pc:sldMk cId="1664527599" sldId="262"/>
        </pc:sldMkLst>
      </pc:sldChg>
      <pc:sldChg chg="mod modClrScheme chgLayout">
        <pc:chgData name="Samuel Pelage" userId="54db4591437a0f12" providerId="Windows Live" clId="Web-{1F0B272C-808E-472E-8422-13E81A7730B6}" dt="2024-07-30T15:39:49.863" v="9"/>
        <pc:sldMkLst>
          <pc:docMk/>
          <pc:sldMk cId="861283640" sldId="263"/>
        </pc:sldMkLst>
      </pc:sldChg>
      <pc:sldChg chg="modSp mod modClrScheme chgLayout">
        <pc:chgData name="Samuel Pelage" userId="54db4591437a0f12" providerId="Windows Live" clId="Web-{1F0B272C-808E-472E-8422-13E81A7730B6}" dt="2024-07-30T15:39:49.863" v="9"/>
        <pc:sldMkLst>
          <pc:docMk/>
          <pc:sldMk cId="2859058926" sldId="264"/>
        </pc:sldMkLst>
        <pc:spChg chg="mod ord">
          <ac:chgData name="Samuel Pelage" userId="54db4591437a0f12" providerId="Windows Live" clId="Web-{1F0B272C-808E-472E-8422-13E81A7730B6}" dt="2024-07-30T15:39:49.863" v="9"/>
          <ac:spMkLst>
            <pc:docMk/>
            <pc:sldMk cId="2859058926" sldId="264"/>
            <ac:spMk id="2" creationId="{B722810F-5C2A-5B21-338B-7480A9A18182}"/>
          </ac:spMkLst>
        </pc:spChg>
        <pc:spChg chg="mod ord">
          <ac:chgData name="Samuel Pelage" userId="54db4591437a0f12" providerId="Windows Live" clId="Web-{1F0B272C-808E-472E-8422-13E81A7730B6}" dt="2024-07-30T15:39:49.863" v="9"/>
          <ac:spMkLst>
            <pc:docMk/>
            <pc:sldMk cId="2859058926" sldId="264"/>
            <ac:spMk id="3" creationId="{E5519C11-E69E-97B3-50F8-96678C209F98}"/>
          </ac:spMkLst>
        </pc:spChg>
      </pc:sldChg>
      <pc:sldMasterChg chg="del delSldLayout">
        <pc:chgData name="Samuel Pelage" userId="54db4591437a0f12" providerId="Windows Live" clId="Web-{1F0B272C-808E-472E-8422-13E81A7730B6}" dt="2024-07-30T15:39:14.396" v="8"/>
        <pc:sldMasterMkLst>
          <pc:docMk/>
          <pc:sldMasterMk cId="3071127875" sldId="2147483648"/>
        </pc:sldMasterMkLst>
        <pc:sldLayoutChg chg="del">
          <pc:chgData name="Samuel Pelage" userId="54db4591437a0f12" providerId="Windows Live" clId="Web-{1F0B272C-808E-472E-8422-13E81A7730B6}" dt="2024-07-30T15:39:14.396" v="8"/>
          <pc:sldLayoutMkLst>
            <pc:docMk/>
            <pc:sldMasterMk cId="3071127875" sldId="2147483648"/>
            <pc:sldLayoutMk cId="3310491181" sldId="2147483649"/>
          </pc:sldLayoutMkLst>
        </pc:sldLayoutChg>
        <pc:sldLayoutChg chg="del">
          <pc:chgData name="Samuel Pelage" userId="54db4591437a0f12" providerId="Windows Live" clId="Web-{1F0B272C-808E-472E-8422-13E81A7730B6}" dt="2024-07-30T15:39:14.396" v="8"/>
          <pc:sldLayoutMkLst>
            <pc:docMk/>
            <pc:sldMasterMk cId="3071127875" sldId="2147483648"/>
            <pc:sldLayoutMk cId="3841795644" sldId="2147483650"/>
          </pc:sldLayoutMkLst>
        </pc:sldLayoutChg>
        <pc:sldLayoutChg chg="del">
          <pc:chgData name="Samuel Pelage" userId="54db4591437a0f12" providerId="Windows Live" clId="Web-{1F0B272C-808E-472E-8422-13E81A7730B6}" dt="2024-07-30T15:39:14.396" v="8"/>
          <pc:sldLayoutMkLst>
            <pc:docMk/>
            <pc:sldMasterMk cId="3071127875" sldId="2147483648"/>
            <pc:sldLayoutMk cId="3466923455" sldId="2147483651"/>
          </pc:sldLayoutMkLst>
        </pc:sldLayoutChg>
        <pc:sldLayoutChg chg="del">
          <pc:chgData name="Samuel Pelage" userId="54db4591437a0f12" providerId="Windows Live" clId="Web-{1F0B272C-808E-472E-8422-13E81A7730B6}" dt="2024-07-30T15:39:14.396" v="8"/>
          <pc:sldLayoutMkLst>
            <pc:docMk/>
            <pc:sldMasterMk cId="3071127875" sldId="2147483648"/>
            <pc:sldLayoutMk cId="3747632232" sldId="2147483652"/>
          </pc:sldLayoutMkLst>
        </pc:sldLayoutChg>
        <pc:sldLayoutChg chg="del">
          <pc:chgData name="Samuel Pelage" userId="54db4591437a0f12" providerId="Windows Live" clId="Web-{1F0B272C-808E-472E-8422-13E81A7730B6}" dt="2024-07-30T15:39:14.396" v="8"/>
          <pc:sldLayoutMkLst>
            <pc:docMk/>
            <pc:sldMasterMk cId="3071127875" sldId="2147483648"/>
            <pc:sldLayoutMk cId="2611866596" sldId="2147483653"/>
          </pc:sldLayoutMkLst>
        </pc:sldLayoutChg>
        <pc:sldLayoutChg chg="del">
          <pc:chgData name="Samuel Pelage" userId="54db4591437a0f12" providerId="Windows Live" clId="Web-{1F0B272C-808E-472E-8422-13E81A7730B6}" dt="2024-07-30T15:39:14.396" v="8"/>
          <pc:sldLayoutMkLst>
            <pc:docMk/>
            <pc:sldMasterMk cId="3071127875" sldId="2147483648"/>
            <pc:sldLayoutMk cId="3395854097" sldId="2147483654"/>
          </pc:sldLayoutMkLst>
        </pc:sldLayoutChg>
        <pc:sldLayoutChg chg="del">
          <pc:chgData name="Samuel Pelage" userId="54db4591437a0f12" providerId="Windows Live" clId="Web-{1F0B272C-808E-472E-8422-13E81A7730B6}" dt="2024-07-30T15:39:14.396" v="8"/>
          <pc:sldLayoutMkLst>
            <pc:docMk/>
            <pc:sldMasterMk cId="3071127875" sldId="2147483648"/>
            <pc:sldLayoutMk cId="4040201302" sldId="2147483655"/>
          </pc:sldLayoutMkLst>
        </pc:sldLayoutChg>
        <pc:sldLayoutChg chg="del">
          <pc:chgData name="Samuel Pelage" userId="54db4591437a0f12" providerId="Windows Live" clId="Web-{1F0B272C-808E-472E-8422-13E81A7730B6}" dt="2024-07-30T15:39:14.396" v="8"/>
          <pc:sldLayoutMkLst>
            <pc:docMk/>
            <pc:sldMasterMk cId="3071127875" sldId="2147483648"/>
            <pc:sldLayoutMk cId="2706407263" sldId="2147483656"/>
          </pc:sldLayoutMkLst>
        </pc:sldLayoutChg>
        <pc:sldLayoutChg chg="del">
          <pc:chgData name="Samuel Pelage" userId="54db4591437a0f12" providerId="Windows Live" clId="Web-{1F0B272C-808E-472E-8422-13E81A7730B6}" dt="2024-07-30T15:39:14.396" v="8"/>
          <pc:sldLayoutMkLst>
            <pc:docMk/>
            <pc:sldMasterMk cId="3071127875" sldId="2147483648"/>
            <pc:sldLayoutMk cId="1610903340" sldId="2147483657"/>
          </pc:sldLayoutMkLst>
        </pc:sldLayoutChg>
        <pc:sldLayoutChg chg="del">
          <pc:chgData name="Samuel Pelage" userId="54db4591437a0f12" providerId="Windows Live" clId="Web-{1F0B272C-808E-472E-8422-13E81A7730B6}" dt="2024-07-30T15:39:14.396" v="8"/>
          <pc:sldLayoutMkLst>
            <pc:docMk/>
            <pc:sldMasterMk cId="3071127875" sldId="2147483648"/>
            <pc:sldLayoutMk cId="4172787210" sldId="2147483658"/>
          </pc:sldLayoutMkLst>
        </pc:sldLayoutChg>
        <pc:sldLayoutChg chg="del">
          <pc:chgData name="Samuel Pelage" userId="54db4591437a0f12" providerId="Windows Live" clId="Web-{1F0B272C-808E-472E-8422-13E81A7730B6}" dt="2024-07-30T15:39:14.396" v="8"/>
          <pc:sldLayoutMkLst>
            <pc:docMk/>
            <pc:sldMasterMk cId="3071127875" sldId="2147483648"/>
            <pc:sldLayoutMk cId="1902177510" sldId="2147483659"/>
          </pc:sldLayoutMkLst>
        </pc:sldLayoutChg>
      </pc:sldMasterChg>
      <pc:sldMasterChg chg="add del addSldLayout delSldLayout modSldLayout">
        <pc:chgData name="Samuel Pelage" userId="54db4591437a0f12" providerId="Windows Live" clId="Web-{1F0B272C-808E-472E-8422-13E81A7730B6}" dt="2024-07-30T15:39:49.863" v="9"/>
        <pc:sldMasterMkLst>
          <pc:docMk/>
          <pc:sldMasterMk cId="1423107795" sldId="2147483660"/>
        </pc:sldMasterMkLst>
        <pc:sldLayoutChg chg="add del mod replId">
          <pc:chgData name="Samuel Pelage" userId="54db4591437a0f12" providerId="Windows Live" clId="Web-{1F0B272C-808E-472E-8422-13E81A7730B6}" dt="2024-07-30T15:39:49.863" v="9"/>
          <pc:sldLayoutMkLst>
            <pc:docMk/>
            <pc:sldMasterMk cId="1423107795" sldId="2147483660"/>
            <pc:sldLayoutMk cId="231065548" sldId="2147483661"/>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577056437" sldId="2147483662"/>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772566610" sldId="2147483663"/>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2592519054" sldId="2147483664"/>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3104921339" sldId="2147483665"/>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1778499635" sldId="2147483666"/>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4232481445" sldId="2147483667"/>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2996664975" sldId="2147483668"/>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3829335540" sldId="2147483669"/>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1486766671" sldId="2147483670"/>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4045084652" sldId="2147483671"/>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3488309748" sldId="2147483672"/>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1716071322" sldId="2147483673"/>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2614523928" sldId="2147483674"/>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913491777" sldId="2147483675"/>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2118079412" sldId="2147483676"/>
          </pc:sldLayoutMkLst>
        </pc:sldLayoutChg>
        <pc:sldLayoutChg chg="add del mod replId">
          <pc:chgData name="Samuel Pelage" userId="54db4591437a0f12" providerId="Windows Live" clId="Web-{1F0B272C-808E-472E-8422-13E81A7730B6}" dt="2024-07-30T15:39:49.863" v="9"/>
          <pc:sldLayoutMkLst>
            <pc:docMk/>
            <pc:sldMasterMk cId="1423107795" sldId="2147483660"/>
            <pc:sldLayoutMk cId="3672609682" sldId="2147483677"/>
          </pc:sldLayoutMkLst>
        </pc:sldLayoutChg>
      </pc:sldMasterChg>
      <pc:sldMasterChg chg="add addSldLayout modSldLayout">
        <pc:chgData name="Samuel Pelage" userId="54db4591437a0f12" providerId="Windows Live" clId="Web-{1F0B272C-808E-472E-8422-13E81A7730B6}" dt="2024-07-30T15:39:49.863" v="9"/>
        <pc:sldMasterMkLst>
          <pc:docMk/>
          <pc:sldMasterMk cId="3412385729" sldId="2147483678"/>
        </pc:sldMasterMkLst>
        <pc:sldLayoutChg chg="add mod replId">
          <pc:chgData name="Samuel Pelage" userId="54db4591437a0f12" providerId="Windows Live" clId="Web-{1F0B272C-808E-472E-8422-13E81A7730B6}" dt="2024-07-30T15:39:49.863" v="9"/>
          <pc:sldLayoutMkLst>
            <pc:docMk/>
            <pc:sldMasterMk cId="3412385729" sldId="2147483678"/>
            <pc:sldLayoutMk cId="1053372141" sldId="2147483679"/>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3050789240" sldId="2147483680"/>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700992499" sldId="2147483681"/>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731445313" sldId="2147483682"/>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958451991" sldId="2147483683"/>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1762405684" sldId="2147483684"/>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1731503500" sldId="2147483685"/>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611289318" sldId="2147483686"/>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3335726433" sldId="2147483687"/>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3856963126" sldId="2147483688"/>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100301928" sldId="2147483689"/>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3727073298" sldId="2147483690"/>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711531645" sldId="2147483691"/>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4090984420" sldId="2147483692"/>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2023952188" sldId="2147483693"/>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498849936" sldId="2147483694"/>
          </pc:sldLayoutMkLst>
        </pc:sldLayoutChg>
        <pc:sldLayoutChg chg="add mod replId">
          <pc:chgData name="Samuel Pelage" userId="54db4591437a0f12" providerId="Windows Live" clId="Web-{1F0B272C-808E-472E-8422-13E81A7730B6}" dt="2024-07-30T15:39:49.863" v="9"/>
          <pc:sldLayoutMkLst>
            <pc:docMk/>
            <pc:sldMasterMk cId="3412385729" sldId="2147483678"/>
            <pc:sldLayoutMk cId="394022657" sldId="2147483695"/>
          </pc:sldLayoutMkLst>
        </pc:sldLayoutChg>
      </pc:sldMasterChg>
    </pc:docChg>
  </pc:docChgLst>
  <pc:docChgLst>
    <pc:chgData name="Samuel Pelage" userId="54db4591437a0f12" providerId="Windows Live" clId="Web-{1F0CCFA8-EBDF-4BA4-827E-558D99894EB4}"/>
    <pc:docChg chg="addSld modSld">
      <pc:chgData name="Samuel Pelage" userId="54db4591437a0f12" providerId="Windows Live" clId="Web-{1F0CCFA8-EBDF-4BA4-827E-558D99894EB4}" dt="2024-07-31T13:58:47.991" v="365" actId="1076"/>
      <pc:docMkLst>
        <pc:docMk/>
      </pc:docMkLst>
      <pc:sldChg chg="modSp">
        <pc:chgData name="Samuel Pelage" userId="54db4591437a0f12" providerId="Windows Live" clId="Web-{1F0CCFA8-EBDF-4BA4-827E-558D99894EB4}" dt="2024-07-31T13:03:25.537" v="0" actId="20577"/>
        <pc:sldMkLst>
          <pc:docMk/>
          <pc:sldMk cId="3194458003" sldId="257"/>
        </pc:sldMkLst>
        <pc:spChg chg="mod">
          <ac:chgData name="Samuel Pelage" userId="54db4591437a0f12" providerId="Windows Live" clId="Web-{1F0CCFA8-EBDF-4BA4-827E-558D99894EB4}" dt="2024-07-31T13:03:25.537" v="0" actId="20577"/>
          <ac:spMkLst>
            <pc:docMk/>
            <pc:sldMk cId="3194458003" sldId="257"/>
            <ac:spMk id="3" creationId="{F2866CB5-D060-EFCD-913D-7650619C8186}"/>
          </ac:spMkLst>
        </pc:spChg>
      </pc:sldChg>
      <pc:sldChg chg="modSp">
        <pc:chgData name="Samuel Pelage" userId="54db4591437a0f12" providerId="Windows Live" clId="Web-{1F0CCFA8-EBDF-4BA4-827E-558D99894EB4}" dt="2024-07-31T13:09:22.752" v="35" actId="1076"/>
        <pc:sldMkLst>
          <pc:docMk/>
          <pc:sldMk cId="3865440845" sldId="259"/>
        </pc:sldMkLst>
        <pc:spChg chg="mod">
          <ac:chgData name="Samuel Pelage" userId="54db4591437a0f12" providerId="Windows Live" clId="Web-{1F0CCFA8-EBDF-4BA4-827E-558D99894EB4}" dt="2024-07-31T13:09:22.752" v="35" actId="1076"/>
          <ac:spMkLst>
            <pc:docMk/>
            <pc:sldMk cId="3865440845" sldId="259"/>
            <ac:spMk id="3" creationId="{65683A5A-50FC-88E9-3F3A-32AC4ECFE8C0}"/>
          </ac:spMkLst>
        </pc:spChg>
      </pc:sldChg>
      <pc:sldChg chg="modSp">
        <pc:chgData name="Samuel Pelage" userId="54db4591437a0f12" providerId="Windows Live" clId="Web-{1F0CCFA8-EBDF-4BA4-827E-558D99894EB4}" dt="2024-07-31T13:41:48.144" v="253" actId="20577"/>
        <pc:sldMkLst>
          <pc:docMk/>
          <pc:sldMk cId="2859058926" sldId="264"/>
        </pc:sldMkLst>
        <pc:spChg chg="mod">
          <ac:chgData name="Samuel Pelage" userId="54db4591437a0f12" providerId="Windows Live" clId="Web-{1F0CCFA8-EBDF-4BA4-827E-558D99894EB4}" dt="2024-07-31T13:41:18.159" v="248" actId="20577"/>
          <ac:spMkLst>
            <pc:docMk/>
            <pc:sldMk cId="2859058926" sldId="264"/>
            <ac:spMk id="2" creationId="{B722810F-5C2A-5B21-338B-7480A9A18182}"/>
          </ac:spMkLst>
        </pc:spChg>
        <pc:spChg chg="mod">
          <ac:chgData name="Samuel Pelage" userId="54db4591437a0f12" providerId="Windows Live" clId="Web-{1F0CCFA8-EBDF-4BA4-827E-558D99894EB4}" dt="2024-07-31T13:41:48.144" v="253" actId="20577"/>
          <ac:spMkLst>
            <pc:docMk/>
            <pc:sldMk cId="2859058926" sldId="264"/>
            <ac:spMk id="3" creationId="{E5519C11-E69E-97B3-50F8-96678C209F98}"/>
          </ac:spMkLst>
        </pc:spChg>
      </pc:sldChg>
      <pc:sldChg chg="addSp delSp modSp mod setBg setClrOvrMap">
        <pc:chgData name="Samuel Pelage" userId="54db4591437a0f12" providerId="Windows Live" clId="Web-{1F0CCFA8-EBDF-4BA4-827E-558D99894EB4}" dt="2024-07-31T13:24:28.141" v="140" actId="1076"/>
        <pc:sldMkLst>
          <pc:docMk/>
          <pc:sldMk cId="2033599746" sldId="265"/>
        </pc:sldMkLst>
        <pc:spChg chg="mod">
          <ac:chgData name="Samuel Pelage" userId="54db4591437a0f12" providerId="Windows Live" clId="Web-{1F0CCFA8-EBDF-4BA4-827E-558D99894EB4}" dt="2024-07-31T13:24:28.141" v="140" actId="1076"/>
          <ac:spMkLst>
            <pc:docMk/>
            <pc:sldMk cId="2033599746" sldId="265"/>
            <ac:spMk id="3" creationId="{5AA2D74F-D010-CB52-DDAF-8F99E78FB345}"/>
          </ac:spMkLst>
        </pc:spChg>
        <pc:spChg chg="add mod">
          <ac:chgData name="Samuel Pelage" userId="54db4591437a0f12" providerId="Windows Live" clId="Web-{1F0CCFA8-EBDF-4BA4-827E-558D99894EB4}" dt="2024-07-31T13:20:31.930" v="136" actId="1076"/>
          <ac:spMkLst>
            <pc:docMk/>
            <pc:sldMk cId="2033599746" sldId="265"/>
            <ac:spMk id="4" creationId="{8247A64F-5385-DCA0-BA4E-A47C0F0E016C}"/>
          </ac:spMkLst>
        </pc:spChg>
        <pc:spChg chg="add del">
          <ac:chgData name="Samuel Pelage" userId="54db4591437a0f12" providerId="Windows Live" clId="Web-{1F0CCFA8-EBDF-4BA4-827E-558D99894EB4}" dt="2024-07-31T13:13:40.917" v="49"/>
          <ac:spMkLst>
            <pc:docMk/>
            <pc:sldMk cId="2033599746" sldId="265"/>
            <ac:spMk id="8" creationId="{0D105174-071A-4257-860A-5EE2D11DD5E6}"/>
          </ac:spMkLst>
        </pc:spChg>
        <pc:spChg chg="add del">
          <ac:chgData name="Samuel Pelage" userId="54db4591437a0f12" providerId="Windows Live" clId="Web-{1F0CCFA8-EBDF-4BA4-827E-558D99894EB4}" dt="2024-07-31T13:13:40.917" v="49"/>
          <ac:spMkLst>
            <pc:docMk/>
            <pc:sldMk cId="2033599746" sldId="265"/>
            <ac:spMk id="10" creationId="{E17B217C-3C66-46B3-9E9D-2771AA2A23E2}"/>
          </ac:spMkLst>
        </pc:spChg>
        <pc:spChg chg="add del">
          <ac:chgData name="Samuel Pelage" userId="54db4591437a0f12" providerId="Windows Live" clId="Web-{1F0CCFA8-EBDF-4BA4-827E-558D99894EB4}" dt="2024-07-31T13:13:40.917" v="49"/>
          <ac:spMkLst>
            <pc:docMk/>
            <pc:sldMk cId="2033599746" sldId="265"/>
            <ac:spMk id="12" creationId="{8A848D99-5D8B-49F5-97E9-AA7C3F5F2BE6}"/>
          </ac:spMkLst>
        </pc:spChg>
        <pc:spChg chg="add">
          <ac:chgData name="Samuel Pelage" userId="54db4591437a0f12" providerId="Windows Live" clId="Web-{1F0CCFA8-EBDF-4BA4-827E-558D99894EB4}" dt="2024-07-31T13:13:40.917" v="49"/>
          <ac:spMkLst>
            <pc:docMk/>
            <pc:sldMk cId="2033599746" sldId="265"/>
            <ac:spMk id="17" creationId="{0D105174-071A-4257-860A-5EE2D11DD5E6}"/>
          </ac:spMkLst>
        </pc:spChg>
        <pc:spChg chg="add">
          <ac:chgData name="Samuel Pelage" userId="54db4591437a0f12" providerId="Windows Live" clId="Web-{1F0CCFA8-EBDF-4BA4-827E-558D99894EB4}" dt="2024-07-31T13:13:40.917" v="49"/>
          <ac:spMkLst>
            <pc:docMk/>
            <pc:sldMk cId="2033599746" sldId="265"/>
            <ac:spMk id="19" creationId="{E17B217C-3C66-46B3-9E9D-2771AA2A23E2}"/>
          </ac:spMkLst>
        </pc:spChg>
        <pc:spChg chg="add">
          <ac:chgData name="Samuel Pelage" userId="54db4591437a0f12" providerId="Windows Live" clId="Web-{1F0CCFA8-EBDF-4BA4-827E-558D99894EB4}" dt="2024-07-31T13:13:40.917" v="49"/>
          <ac:spMkLst>
            <pc:docMk/>
            <pc:sldMk cId="2033599746" sldId="265"/>
            <ac:spMk id="21" creationId="{8A848D99-5D8B-49F5-97E9-AA7C3F5F2BE6}"/>
          </ac:spMkLst>
        </pc:spChg>
        <pc:grpChg chg="add">
          <ac:chgData name="Samuel Pelage" userId="54db4591437a0f12" providerId="Windows Live" clId="Web-{1F0CCFA8-EBDF-4BA4-827E-558D99894EB4}" dt="2024-07-31T13:20:38.993" v="137"/>
          <ac:grpSpMkLst>
            <pc:docMk/>
            <pc:sldMk cId="2033599746" sldId="265"/>
            <ac:grpSpMk id="5" creationId="{0F9A0CE4-0F2F-BF72-6B0D-16A877025F5C}"/>
          </ac:grpSpMkLst>
        </pc:grpChg>
        <pc:picChg chg="add mod ord">
          <ac:chgData name="Samuel Pelage" userId="54db4591437a0f12" providerId="Windows Live" clId="Web-{1F0CCFA8-EBDF-4BA4-827E-558D99894EB4}" dt="2024-07-31T13:20:31.930" v="135" actId="1076"/>
          <ac:picMkLst>
            <pc:docMk/>
            <pc:sldMk cId="2033599746" sldId="265"/>
            <ac:picMk id="2" creationId="{C69B7BF0-076C-7509-BD61-946FCC3A74FD}"/>
          </ac:picMkLst>
        </pc:picChg>
      </pc:sldChg>
      <pc:sldChg chg="addSp delSp modSp new mod setBg setClrOvrMap">
        <pc:chgData name="Samuel Pelage" userId="54db4591437a0f12" providerId="Windows Live" clId="Web-{1F0CCFA8-EBDF-4BA4-827E-558D99894EB4}" dt="2024-07-31T13:31:35.546" v="205" actId="1076"/>
        <pc:sldMkLst>
          <pc:docMk/>
          <pc:sldMk cId="1079333208" sldId="266"/>
        </pc:sldMkLst>
        <pc:spChg chg="del">
          <ac:chgData name="Samuel Pelage" userId="54db4591437a0f12" providerId="Windows Live" clId="Web-{1F0CCFA8-EBDF-4BA4-827E-558D99894EB4}" dt="2024-07-31T13:25:17.830" v="143"/>
          <ac:spMkLst>
            <pc:docMk/>
            <pc:sldMk cId="1079333208" sldId="266"/>
            <ac:spMk id="2" creationId="{4D85BE74-76A1-D906-4063-2732968B8ACB}"/>
          </ac:spMkLst>
        </pc:spChg>
        <pc:spChg chg="del">
          <ac:chgData name="Samuel Pelage" userId="54db4591437a0f12" providerId="Windows Live" clId="Web-{1F0CCFA8-EBDF-4BA4-827E-558D99894EB4}" dt="2024-07-31T13:25:00.986" v="142"/>
          <ac:spMkLst>
            <pc:docMk/>
            <pc:sldMk cId="1079333208" sldId="266"/>
            <ac:spMk id="3" creationId="{2F15063C-1109-0D48-90EF-DFF489E72196}"/>
          </ac:spMkLst>
        </pc:spChg>
        <pc:spChg chg="add mod">
          <ac:chgData name="Samuel Pelage" userId="54db4591437a0f12" providerId="Windows Live" clId="Web-{1F0CCFA8-EBDF-4BA4-827E-558D99894EB4}" dt="2024-07-31T13:31:35.546" v="205" actId="1076"/>
          <ac:spMkLst>
            <pc:docMk/>
            <pc:sldMk cId="1079333208" sldId="266"/>
            <ac:spMk id="5" creationId="{F8704090-8E45-B3E4-F2C3-8F3A97A156A6}"/>
          </ac:spMkLst>
        </pc:spChg>
        <pc:spChg chg="add">
          <ac:chgData name="Samuel Pelage" userId="54db4591437a0f12" providerId="Windows Live" clId="Web-{1F0CCFA8-EBDF-4BA4-827E-558D99894EB4}" dt="2024-07-31T13:27:25.834" v="166"/>
          <ac:spMkLst>
            <pc:docMk/>
            <pc:sldMk cId="1079333208" sldId="266"/>
            <ac:spMk id="10" creationId="{0D105174-071A-4257-860A-5EE2D11DD5E6}"/>
          </ac:spMkLst>
        </pc:spChg>
        <pc:spChg chg="add">
          <ac:chgData name="Samuel Pelage" userId="54db4591437a0f12" providerId="Windows Live" clId="Web-{1F0CCFA8-EBDF-4BA4-827E-558D99894EB4}" dt="2024-07-31T13:27:25.834" v="166"/>
          <ac:spMkLst>
            <pc:docMk/>
            <pc:sldMk cId="1079333208" sldId="266"/>
            <ac:spMk id="12" creationId="{E17B217C-3C66-46B3-9E9D-2771AA2A23E2}"/>
          </ac:spMkLst>
        </pc:spChg>
        <pc:spChg chg="add">
          <ac:chgData name="Samuel Pelage" userId="54db4591437a0f12" providerId="Windows Live" clId="Web-{1F0CCFA8-EBDF-4BA4-827E-558D99894EB4}" dt="2024-07-31T13:27:25.834" v="166"/>
          <ac:spMkLst>
            <pc:docMk/>
            <pc:sldMk cId="1079333208" sldId="266"/>
            <ac:spMk id="14" creationId="{8A848D99-5D8B-49F5-97E9-AA7C3F5F2BE6}"/>
          </ac:spMkLst>
        </pc:spChg>
        <pc:picChg chg="add mod ord">
          <ac:chgData name="Samuel Pelage" userId="54db4591437a0f12" providerId="Windows Live" clId="Web-{1F0CCFA8-EBDF-4BA4-827E-558D99894EB4}" dt="2024-07-31T13:29:38.573" v="196" actId="1076"/>
          <ac:picMkLst>
            <pc:docMk/>
            <pc:sldMk cId="1079333208" sldId="266"/>
            <ac:picMk id="4" creationId="{734FD005-3BBF-06C4-1887-AE60C93A2096}"/>
          </ac:picMkLst>
        </pc:picChg>
      </pc:sldChg>
      <pc:sldChg chg="addSp delSp modSp new mod setBg setClrOvrMap">
        <pc:chgData name="Samuel Pelage" userId="54db4591437a0f12" providerId="Windows Live" clId="Web-{1F0CCFA8-EBDF-4BA4-827E-558D99894EB4}" dt="2024-07-31T13:40:13.922" v="244" actId="1076"/>
        <pc:sldMkLst>
          <pc:docMk/>
          <pc:sldMk cId="1784880302" sldId="267"/>
        </pc:sldMkLst>
        <pc:spChg chg="del">
          <ac:chgData name="Samuel Pelage" userId="54db4591437a0f12" providerId="Windows Live" clId="Web-{1F0CCFA8-EBDF-4BA4-827E-558D99894EB4}" dt="2024-07-31T13:32:54.658" v="207"/>
          <ac:spMkLst>
            <pc:docMk/>
            <pc:sldMk cId="1784880302" sldId="267"/>
            <ac:spMk id="2" creationId="{CC7436A7-468E-6D77-88FE-EF097AC1B87E}"/>
          </ac:spMkLst>
        </pc:spChg>
        <pc:spChg chg="del">
          <ac:chgData name="Samuel Pelage" userId="54db4591437a0f12" providerId="Windows Live" clId="Web-{1F0CCFA8-EBDF-4BA4-827E-558D99894EB4}" dt="2024-07-31T13:32:59.361" v="208"/>
          <ac:spMkLst>
            <pc:docMk/>
            <pc:sldMk cId="1784880302" sldId="267"/>
            <ac:spMk id="3" creationId="{1FADB719-AEB5-D325-0CBE-006A792DDD4D}"/>
          </ac:spMkLst>
        </pc:spChg>
        <pc:spChg chg="add mod">
          <ac:chgData name="Samuel Pelage" userId="54db4591437a0f12" providerId="Windows Live" clId="Web-{1F0CCFA8-EBDF-4BA4-827E-558D99894EB4}" dt="2024-07-31T13:40:13.922" v="244" actId="1076"/>
          <ac:spMkLst>
            <pc:docMk/>
            <pc:sldMk cId="1784880302" sldId="267"/>
            <ac:spMk id="8" creationId="{28E890CC-ABB6-A529-1535-4B43E4D1952F}"/>
          </ac:spMkLst>
        </pc:spChg>
        <pc:spChg chg="add">
          <ac:chgData name="Samuel Pelage" userId="54db4591437a0f12" providerId="Windows Live" clId="Web-{1F0CCFA8-EBDF-4BA4-827E-558D99894EB4}" dt="2024-07-31T13:33:08.815" v="209"/>
          <ac:spMkLst>
            <pc:docMk/>
            <pc:sldMk cId="1784880302" sldId="267"/>
            <ac:spMk id="11" creationId="{0D105174-071A-4257-860A-5EE2D11DD5E6}"/>
          </ac:spMkLst>
        </pc:spChg>
        <pc:spChg chg="add">
          <ac:chgData name="Samuel Pelage" userId="54db4591437a0f12" providerId="Windows Live" clId="Web-{1F0CCFA8-EBDF-4BA4-827E-558D99894EB4}" dt="2024-07-31T13:33:08.815" v="209"/>
          <ac:spMkLst>
            <pc:docMk/>
            <pc:sldMk cId="1784880302" sldId="267"/>
            <ac:spMk id="13" creationId="{E17B217C-3C66-46B3-9E9D-2771AA2A23E2}"/>
          </ac:spMkLst>
        </pc:spChg>
        <pc:spChg chg="add">
          <ac:chgData name="Samuel Pelage" userId="54db4591437a0f12" providerId="Windows Live" clId="Web-{1F0CCFA8-EBDF-4BA4-827E-558D99894EB4}" dt="2024-07-31T13:33:08.815" v="209"/>
          <ac:spMkLst>
            <pc:docMk/>
            <pc:sldMk cId="1784880302" sldId="267"/>
            <ac:spMk id="15" creationId="{8A848D99-5D8B-49F5-97E9-AA7C3F5F2BE6}"/>
          </ac:spMkLst>
        </pc:spChg>
        <pc:picChg chg="add del mod ord">
          <ac:chgData name="Samuel Pelage" userId="54db4591437a0f12" providerId="Windows Live" clId="Web-{1F0CCFA8-EBDF-4BA4-827E-558D99894EB4}" dt="2024-07-31T13:38:58.732" v="237"/>
          <ac:picMkLst>
            <pc:docMk/>
            <pc:sldMk cId="1784880302" sldId="267"/>
            <ac:picMk id="4" creationId="{C62857E9-DE96-9EA5-96A8-DA13848597CF}"/>
          </ac:picMkLst>
        </pc:picChg>
        <pc:picChg chg="add mod">
          <ac:chgData name="Samuel Pelage" userId="54db4591437a0f12" providerId="Windows Live" clId="Web-{1F0CCFA8-EBDF-4BA4-827E-558D99894EB4}" dt="2024-07-31T13:40:05.625" v="243" actId="1076"/>
          <ac:picMkLst>
            <pc:docMk/>
            <pc:sldMk cId="1784880302" sldId="267"/>
            <ac:picMk id="5" creationId="{BAA1009B-C50B-7863-E309-E29A4DBB84BC}"/>
          </ac:picMkLst>
        </pc:picChg>
      </pc:sldChg>
      <pc:sldChg chg="addSp delSp modSp new mod setBg setClrOvrMap">
        <pc:chgData name="Samuel Pelage" userId="54db4591437a0f12" providerId="Windows Live" clId="Web-{1F0CCFA8-EBDF-4BA4-827E-558D99894EB4}" dt="2024-07-31T13:58:47.991" v="365" actId="1076"/>
        <pc:sldMkLst>
          <pc:docMk/>
          <pc:sldMk cId="3391554072" sldId="268"/>
        </pc:sldMkLst>
        <pc:spChg chg="del mod ord">
          <ac:chgData name="Samuel Pelage" userId="54db4591437a0f12" providerId="Windows Live" clId="Web-{1F0CCFA8-EBDF-4BA4-827E-558D99894EB4}" dt="2024-07-31T13:50:52.303" v="281"/>
          <ac:spMkLst>
            <pc:docMk/>
            <pc:sldMk cId="3391554072" sldId="268"/>
            <ac:spMk id="2" creationId="{7E61CD54-FA8B-FC8C-3DC3-8E641646C3D4}"/>
          </ac:spMkLst>
        </pc:spChg>
        <pc:spChg chg="del">
          <ac:chgData name="Samuel Pelage" userId="54db4591437a0f12" providerId="Windows Live" clId="Web-{1F0CCFA8-EBDF-4BA4-827E-558D99894EB4}" dt="2024-07-31T13:45:09.323" v="255"/>
          <ac:spMkLst>
            <pc:docMk/>
            <pc:sldMk cId="3391554072" sldId="268"/>
            <ac:spMk id="3" creationId="{C414E63A-8009-19DB-B2DA-AD527BC56BC6}"/>
          </ac:spMkLst>
        </pc:spChg>
        <pc:spChg chg="add del mod">
          <ac:chgData name="Samuel Pelage" userId="54db4591437a0f12" providerId="Windows Live" clId="Web-{1F0CCFA8-EBDF-4BA4-827E-558D99894EB4}" dt="2024-07-31T13:49:08.581" v="260"/>
          <ac:spMkLst>
            <pc:docMk/>
            <pc:sldMk cId="3391554072" sldId="268"/>
            <ac:spMk id="7" creationId="{BDC44A6D-1E11-7F1B-889A-20438AFBA2B5}"/>
          </ac:spMkLst>
        </pc:spChg>
        <pc:spChg chg="add mod">
          <ac:chgData name="Samuel Pelage" userId="54db4591437a0f12" providerId="Windows Live" clId="Web-{1F0CCFA8-EBDF-4BA4-827E-558D99894EB4}" dt="2024-07-31T13:58:08.880" v="362" actId="1076"/>
          <ac:spMkLst>
            <pc:docMk/>
            <pc:sldMk cId="3391554072" sldId="268"/>
            <ac:spMk id="13" creationId="{73D7F40E-631E-7499-AF66-85C9393EEE87}"/>
          </ac:spMkLst>
        </pc:spChg>
        <pc:spChg chg="add del">
          <ac:chgData name="Samuel Pelage" userId="54db4591437a0f12" providerId="Windows Live" clId="Web-{1F0CCFA8-EBDF-4BA4-827E-558D99894EB4}" dt="2024-07-31T13:53:57.637" v="330"/>
          <ac:spMkLst>
            <pc:docMk/>
            <pc:sldMk cId="3391554072" sldId="268"/>
            <ac:spMk id="16" creationId="{E4F17063-EDA4-417B-946F-BA357F3B390D}"/>
          </ac:spMkLst>
        </pc:spChg>
        <pc:spChg chg="add del">
          <ac:chgData name="Samuel Pelage" userId="54db4591437a0f12" providerId="Windows Live" clId="Web-{1F0CCFA8-EBDF-4BA4-827E-558D99894EB4}" dt="2024-07-31T13:53:57.637" v="330"/>
          <ac:spMkLst>
            <pc:docMk/>
            <pc:sldMk cId="3391554072" sldId="268"/>
            <ac:spMk id="18" creationId="{D36F3EEA-55D4-4677-80E7-92D00B8F343B}"/>
          </ac:spMkLst>
        </pc:spChg>
        <pc:spChg chg="add del">
          <ac:chgData name="Samuel Pelage" userId="54db4591437a0f12" providerId="Windows Live" clId="Web-{1F0CCFA8-EBDF-4BA4-827E-558D99894EB4}" dt="2024-07-31T13:53:57.637" v="330"/>
          <ac:spMkLst>
            <pc:docMk/>
            <pc:sldMk cId="3391554072" sldId="268"/>
            <ac:spMk id="20" creationId="{C91E93A7-6C7F-4F77-9CB0-280D958EF4D2}"/>
          </ac:spMkLst>
        </pc:spChg>
        <pc:spChg chg="add">
          <ac:chgData name="Samuel Pelage" userId="54db4591437a0f12" providerId="Windows Live" clId="Web-{1F0CCFA8-EBDF-4BA4-827E-558D99894EB4}" dt="2024-07-31T13:53:57.637" v="330"/>
          <ac:spMkLst>
            <pc:docMk/>
            <pc:sldMk cId="3391554072" sldId="268"/>
            <ac:spMk id="25" creationId="{3EA8FC14-66B9-4B89-8A1A-B9DD527C4B93}"/>
          </ac:spMkLst>
        </pc:spChg>
        <pc:spChg chg="add">
          <ac:chgData name="Samuel Pelage" userId="54db4591437a0f12" providerId="Windows Live" clId="Web-{1F0CCFA8-EBDF-4BA4-827E-558D99894EB4}" dt="2024-07-31T13:53:57.637" v="330"/>
          <ac:spMkLst>
            <pc:docMk/>
            <pc:sldMk cId="3391554072" sldId="268"/>
            <ac:spMk id="27" creationId="{FACC9E27-5F4A-4983-A2FD-83CFCD0696F4}"/>
          </ac:spMkLst>
        </pc:spChg>
        <pc:spChg chg="add">
          <ac:chgData name="Samuel Pelage" userId="54db4591437a0f12" providerId="Windows Live" clId="Web-{1F0CCFA8-EBDF-4BA4-827E-558D99894EB4}" dt="2024-07-31T13:53:57.637" v="330"/>
          <ac:spMkLst>
            <pc:docMk/>
            <pc:sldMk cId="3391554072" sldId="268"/>
            <ac:spMk id="29" creationId="{AA3A77EB-D201-42BF-9FF2-6EC0E5C26196}"/>
          </ac:spMkLst>
        </pc:spChg>
        <pc:picChg chg="add del mod ord">
          <ac:chgData name="Samuel Pelage" userId="54db4591437a0f12" providerId="Windows Live" clId="Web-{1F0CCFA8-EBDF-4BA4-827E-558D99894EB4}" dt="2024-07-31T13:48:51.205" v="259"/>
          <ac:picMkLst>
            <pc:docMk/>
            <pc:sldMk cId="3391554072" sldId="268"/>
            <ac:picMk id="4" creationId="{A0EFB61A-0E15-8C0E-5A50-28D5294E84BD}"/>
          </ac:picMkLst>
        </pc:picChg>
        <pc:picChg chg="add del mod">
          <ac:chgData name="Samuel Pelage" userId="54db4591437a0f12" providerId="Windows Live" clId="Web-{1F0CCFA8-EBDF-4BA4-827E-558D99894EB4}" dt="2024-07-31T13:48:48.814" v="258"/>
          <ac:picMkLst>
            <pc:docMk/>
            <pc:sldMk cId="3391554072" sldId="268"/>
            <ac:picMk id="5" creationId="{CBADE5FD-5710-4B81-24CB-CC6D1FAEF490}"/>
          </ac:picMkLst>
        </pc:picChg>
        <pc:picChg chg="add mod ord">
          <ac:chgData name="Samuel Pelage" userId="54db4591437a0f12" providerId="Windows Live" clId="Web-{1F0CCFA8-EBDF-4BA4-827E-558D99894EB4}" dt="2024-07-31T13:57:55.317" v="361" actId="1076"/>
          <ac:picMkLst>
            <pc:docMk/>
            <pc:sldMk cId="3391554072" sldId="268"/>
            <ac:picMk id="8" creationId="{61DF2D04-F89D-6CB7-00AE-20D343BEFB3B}"/>
          </ac:picMkLst>
        </pc:picChg>
        <pc:picChg chg="add mod ord">
          <ac:chgData name="Samuel Pelage" userId="54db4591437a0f12" providerId="Windows Live" clId="Web-{1F0CCFA8-EBDF-4BA4-827E-558D99894EB4}" dt="2024-07-31T13:58:47.991" v="365" actId="1076"/>
          <ac:picMkLst>
            <pc:docMk/>
            <pc:sldMk cId="3391554072" sldId="268"/>
            <ac:picMk id="9" creationId="{3CFAF26E-4575-DC92-62F4-C8AEF443AA3A}"/>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dirty="0"/>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7/31/2024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219623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9C9CA7B-DFD4-44B5-8C60-D14B8CD1FB59}"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365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114099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3BDB8791-F1B0-41E7-B7FD-A781E65C4266}" type="datetimeFigureOut">
              <a:rPr lang="en-US" dirty="0"/>
              <a:t>7/31/2024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257630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FDD63B2-E120-4ED8-B27B-C685F510A5FE}" type="datetimeFigureOut">
              <a:rPr lang="en-US" dirty="0"/>
              <a:t>7/31/2024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3829569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dirty="0"/>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7/31/2024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73378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7/31/2024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053419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7/31/2024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80995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7/31/2024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596861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7/31/2024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4071940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dirty="0"/>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4049404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dirty="0"/>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4187011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545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7/31/2024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4012764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7/31/2024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4039382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dirty="0"/>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3652385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7/31/2024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extLst>
      <p:ext uri="{BB962C8B-B14F-4D97-AF65-F5344CB8AC3E}">
        <p14:creationId xmlns:p14="http://schemas.microsoft.com/office/powerpoint/2010/main" val="2284172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7/31/2024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‹N°›</a:t>
            </a:fld>
            <a:endParaRPr lang="en-US" dirty="0"/>
          </a:p>
        </p:txBody>
      </p:sp>
    </p:spTree>
    <p:extLst>
      <p:ext uri="{BB962C8B-B14F-4D97-AF65-F5344CB8AC3E}">
        <p14:creationId xmlns:p14="http://schemas.microsoft.com/office/powerpoint/2010/main" val="13353838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sz="9000" b="1" dirty="0"/>
              <a:t>AGENT GLPI</a:t>
            </a: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8CCF0F-DEBD-EBC5-E781-C4084095AEAF}"/>
              </a:ext>
            </a:extLst>
          </p:cNvPr>
          <p:cNvSpPr>
            <a:spLocks noGrp="1"/>
          </p:cNvSpPr>
          <p:nvPr>
            <p:ph type="title"/>
          </p:nvPr>
        </p:nvSpPr>
        <p:spPr/>
        <p:txBody>
          <a:bodyPr/>
          <a:lstStyle/>
          <a:p>
            <a:pPr algn="ctr"/>
            <a:r>
              <a:rPr lang="fr-FR" sz="7200" b="1" dirty="0"/>
              <a:t>SOMMAIRE</a:t>
            </a:r>
          </a:p>
        </p:txBody>
      </p:sp>
      <p:sp>
        <p:nvSpPr>
          <p:cNvPr id="3" name="Espace réservé du contenu 2">
            <a:extLst>
              <a:ext uri="{FF2B5EF4-FFF2-40B4-BE49-F238E27FC236}">
                <a16:creationId xmlns:a16="http://schemas.microsoft.com/office/drawing/2014/main" id="{F2866CB5-D060-EFCD-913D-7650619C8186}"/>
              </a:ext>
            </a:extLst>
          </p:cNvPr>
          <p:cNvSpPr>
            <a:spLocks noGrp="1"/>
          </p:cNvSpPr>
          <p:nvPr>
            <p:ph idx="1"/>
          </p:nvPr>
        </p:nvSpPr>
        <p:spPr>
          <a:xfrm>
            <a:off x="1154954" y="2603500"/>
            <a:ext cx="9278999" cy="4159008"/>
          </a:xfrm>
        </p:spPr>
        <p:txBody>
          <a:bodyPr vert="horz" lIns="91440" tIns="45720" rIns="91440" bIns="45720" rtlCol="0" anchor="t">
            <a:noAutofit/>
          </a:bodyPr>
          <a:lstStyle/>
          <a:p>
            <a:pPr>
              <a:buFont typeface="Arial"/>
              <a:buChar char="•"/>
            </a:pPr>
            <a:r>
              <a:rPr lang="fr-FR" sz="4000" dirty="0"/>
              <a:t>Présentation</a:t>
            </a:r>
          </a:p>
          <a:p>
            <a:pPr>
              <a:buFont typeface="Arial"/>
              <a:buChar char="•"/>
            </a:pPr>
            <a:r>
              <a:rPr lang="fr-FR" sz="4000" dirty="0"/>
              <a:t>Avantages</a:t>
            </a:r>
          </a:p>
          <a:p>
            <a:pPr>
              <a:buFont typeface="Arial"/>
              <a:buChar char="•"/>
            </a:pPr>
            <a:r>
              <a:rPr lang="fr-FR" sz="4000" dirty="0"/>
              <a:t>Mise en place</a:t>
            </a:r>
          </a:p>
          <a:p>
            <a:pPr>
              <a:buFont typeface="Arial"/>
              <a:buChar char="•"/>
            </a:pPr>
            <a:r>
              <a:rPr lang="fr-FR" sz="4000" dirty="0"/>
              <a:t>Conclusion </a:t>
            </a:r>
          </a:p>
          <a:p>
            <a:pPr marL="0" indent="0">
              <a:buNone/>
            </a:pPr>
            <a:endParaRPr lang="fr-FR" sz="3200" dirty="0"/>
          </a:p>
        </p:txBody>
      </p:sp>
    </p:spTree>
    <p:extLst>
      <p:ext uri="{BB962C8B-B14F-4D97-AF65-F5344CB8AC3E}">
        <p14:creationId xmlns:p14="http://schemas.microsoft.com/office/powerpoint/2010/main" val="3194458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0E579D-C877-126A-931D-ACB6A189E6E6}"/>
              </a:ext>
            </a:extLst>
          </p:cNvPr>
          <p:cNvSpPr>
            <a:spLocks noGrp="1"/>
          </p:cNvSpPr>
          <p:nvPr>
            <p:ph type="title"/>
          </p:nvPr>
        </p:nvSpPr>
        <p:spPr/>
        <p:txBody>
          <a:bodyPr/>
          <a:lstStyle/>
          <a:p>
            <a:pPr algn="ctr"/>
            <a:r>
              <a:rPr lang="fr-FR" sz="7200" b="1" dirty="0"/>
              <a:t>PRÉSENTATION</a:t>
            </a:r>
            <a:endParaRPr lang="fr-FR" sz="7200" dirty="0"/>
          </a:p>
        </p:txBody>
      </p:sp>
      <p:sp>
        <p:nvSpPr>
          <p:cNvPr id="3" name="Espace réservé du contenu 2">
            <a:extLst>
              <a:ext uri="{FF2B5EF4-FFF2-40B4-BE49-F238E27FC236}">
                <a16:creationId xmlns:a16="http://schemas.microsoft.com/office/drawing/2014/main" id="{C792368D-AF1F-07AF-936D-581EEE0F10BC}"/>
              </a:ext>
            </a:extLst>
          </p:cNvPr>
          <p:cNvSpPr>
            <a:spLocks noGrp="1"/>
          </p:cNvSpPr>
          <p:nvPr>
            <p:ph idx="1"/>
          </p:nvPr>
        </p:nvSpPr>
        <p:spPr>
          <a:xfrm>
            <a:off x="1154954" y="2603500"/>
            <a:ext cx="9298291" cy="3995034"/>
          </a:xfrm>
        </p:spPr>
        <p:txBody>
          <a:bodyPr vert="horz" lIns="91440" tIns="45720" rIns="91440" bIns="45720" rtlCol="0" anchor="t">
            <a:noAutofit/>
          </a:bodyPr>
          <a:lstStyle/>
          <a:p>
            <a:pPr marL="0" indent="0">
              <a:buNone/>
            </a:pPr>
            <a:r>
              <a:rPr lang="fr-FR" sz="3000" dirty="0"/>
              <a:t>L'Agent GLPI est un outil utilisé pour l'inventaire automatique et la maintenance d'un parc informatique.</a:t>
            </a:r>
          </a:p>
          <a:p>
            <a:pPr marL="0" indent="0">
              <a:buNone/>
            </a:pPr>
            <a:r>
              <a:rPr lang="fr-FR" sz="3000" dirty="0"/>
              <a:t>Il facilite la planification et la gestion des changements informatiques, la résolution efficace des problèmes et la prise de contrôle de votre infrastructure informatique.</a:t>
            </a:r>
          </a:p>
        </p:txBody>
      </p:sp>
    </p:spTree>
    <p:extLst>
      <p:ext uri="{BB962C8B-B14F-4D97-AF65-F5344CB8AC3E}">
        <p14:creationId xmlns:p14="http://schemas.microsoft.com/office/powerpoint/2010/main" val="3367119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86CBB5-606C-065A-B6B8-0671C0AD7998}"/>
              </a:ext>
            </a:extLst>
          </p:cNvPr>
          <p:cNvSpPr>
            <a:spLocks noGrp="1"/>
          </p:cNvSpPr>
          <p:nvPr>
            <p:ph type="title"/>
          </p:nvPr>
        </p:nvSpPr>
        <p:spPr/>
        <p:txBody>
          <a:bodyPr/>
          <a:lstStyle/>
          <a:p>
            <a:pPr algn="ctr"/>
            <a:r>
              <a:rPr lang="fr-FR" sz="7200" b="1" dirty="0"/>
              <a:t>AVANTAGES</a:t>
            </a:r>
            <a:endParaRPr lang="fr-FR" sz="7200" dirty="0"/>
          </a:p>
        </p:txBody>
      </p:sp>
      <p:sp>
        <p:nvSpPr>
          <p:cNvPr id="3" name="Espace réservé du contenu 2">
            <a:extLst>
              <a:ext uri="{FF2B5EF4-FFF2-40B4-BE49-F238E27FC236}">
                <a16:creationId xmlns:a16="http://schemas.microsoft.com/office/drawing/2014/main" id="{65683A5A-50FC-88E9-3F3A-32AC4ECFE8C0}"/>
              </a:ext>
            </a:extLst>
          </p:cNvPr>
          <p:cNvSpPr>
            <a:spLocks noGrp="1"/>
          </p:cNvSpPr>
          <p:nvPr>
            <p:ph idx="1"/>
          </p:nvPr>
        </p:nvSpPr>
        <p:spPr>
          <a:xfrm>
            <a:off x="1061009" y="2478240"/>
            <a:ext cx="10457344" cy="3991202"/>
          </a:xfrm>
        </p:spPr>
        <p:txBody>
          <a:bodyPr vert="horz" lIns="91440" tIns="45720" rIns="91440" bIns="45720" rtlCol="0" anchor="t">
            <a:noAutofit/>
          </a:bodyPr>
          <a:lstStyle/>
          <a:p>
            <a:pPr>
              <a:buFont typeface="Arial" charset="2"/>
              <a:buChar char="•"/>
            </a:pPr>
            <a:r>
              <a:rPr lang="fr-FR" sz="2400" dirty="0"/>
              <a:t>Gratuit</a:t>
            </a:r>
          </a:p>
          <a:p>
            <a:pPr>
              <a:buFont typeface="Arial" charset="2"/>
              <a:buChar char="•"/>
            </a:pPr>
            <a:r>
              <a:rPr lang="fr-FR" sz="2400" dirty="0"/>
              <a:t>Inventaire automatique (équipements matériels et logiciels présents sur le réseau)</a:t>
            </a:r>
          </a:p>
          <a:p>
            <a:pPr>
              <a:buFont typeface="Arial" charset="2"/>
              <a:buChar char="•"/>
            </a:pPr>
            <a:r>
              <a:rPr lang="fr-FR" sz="2400" dirty="0"/>
              <a:t>Collecte de données (les configurations et l'état des équipements)</a:t>
            </a:r>
          </a:p>
          <a:p>
            <a:pPr>
              <a:buFont typeface="Arial" charset="2"/>
              <a:buChar char="•"/>
            </a:pPr>
            <a:r>
              <a:rPr lang="fr-FR" sz="2400" dirty="0"/>
              <a:t>Gestion des tickets</a:t>
            </a:r>
          </a:p>
          <a:p>
            <a:pPr>
              <a:buFont typeface="Arial" charset="2"/>
              <a:buChar char="•"/>
            </a:pPr>
            <a:r>
              <a:rPr lang="fr-FR" sz="2400" dirty="0"/>
              <a:t>Mise en place des mises à jour</a:t>
            </a:r>
          </a:p>
          <a:p>
            <a:pPr>
              <a:buFont typeface="Arial" charset="2"/>
              <a:buChar char="•"/>
            </a:pPr>
            <a:r>
              <a:rPr lang="fr-FR" sz="2400" dirty="0"/>
              <a:t>Gestion des configurations</a:t>
            </a:r>
          </a:p>
          <a:p>
            <a:pPr>
              <a:buFont typeface="Arial" charset="2"/>
              <a:buChar char="•"/>
            </a:pPr>
            <a:r>
              <a:rPr lang="fr-FR" sz="2400" dirty="0"/>
              <a:t>Surveillance</a:t>
            </a:r>
          </a:p>
        </p:txBody>
      </p:sp>
    </p:spTree>
    <p:extLst>
      <p:ext uri="{BB962C8B-B14F-4D97-AF65-F5344CB8AC3E}">
        <p14:creationId xmlns:p14="http://schemas.microsoft.com/office/powerpoint/2010/main" val="3865440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re 1">
            <a:extLst>
              <a:ext uri="{FF2B5EF4-FFF2-40B4-BE49-F238E27FC236}">
                <a16:creationId xmlns:a16="http://schemas.microsoft.com/office/drawing/2014/main" id="{AA9EA55B-45FB-49FF-291B-FB37A2AB8284}"/>
              </a:ext>
            </a:extLst>
          </p:cNvPr>
          <p:cNvSpPr>
            <a:spLocks noGrp="1"/>
          </p:cNvSpPr>
          <p:nvPr>
            <p:ph type="title"/>
          </p:nvPr>
        </p:nvSpPr>
        <p:spPr>
          <a:xfrm>
            <a:off x="1154955" y="973668"/>
            <a:ext cx="2942210" cy="1020232"/>
          </a:xfrm>
        </p:spPr>
        <p:txBody>
          <a:bodyPr vert="horz" lIns="91440" tIns="45720" rIns="91440" bIns="45720" rtlCol="0" anchor="ctr">
            <a:normAutofit/>
          </a:bodyPr>
          <a:lstStyle/>
          <a:p>
            <a:pPr>
              <a:lnSpc>
                <a:spcPct val="90000"/>
              </a:lnSpc>
            </a:pPr>
            <a:r>
              <a:rPr lang="en-US" sz="3300" b="0" i="0" kern="1200">
                <a:solidFill>
                  <a:srgbClr val="EBEBEB"/>
                </a:solidFill>
                <a:latin typeface="+mj-lt"/>
                <a:ea typeface="+mj-ea"/>
                <a:cs typeface="+mj-cs"/>
              </a:rPr>
              <a:t>MISE EN PLACE</a:t>
            </a:r>
          </a:p>
        </p:txBody>
      </p:sp>
      <p:pic>
        <p:nvPicPr>
          <p:cNvPr id="5" name="Image 4" descr="Une image contenant texte, capture d’écran, logiciel, Icône d’ordinateur&#10;&#10;Description générée automatiquement">
            <a:extLst>
              <a:ext uri="{FF2B5EF4-FFF2-40B4-BE49-F238E27FC236}">
                <a16:creationId xmlns:a16="http://schemas.microsoft.com/office/drawing/2014/main" id="{3AC0A2AC-2E82-9A26-0507-20EE58302779}"/>
              </a:ext>
            </a:extLst>
          </p:cNvPr>
          <p:cNvPicPr>
            <a:picLocks noChangeAspect="1"/>
          </p:cNvPicPr>
          <p:nvPr/>
        </p:nvPicPr>
        <p:blipFill>
          <a:blip r:embed="rId2"/>
          <a:stretch>
            <a:fillRect/>
          </a:stretch>
        </p:blipFill>
        <p:spPr>
          <a:xfrm>
            <a:off x="5194607" y="1223921"/>
            <a:ext cx="6391533" cy="4410157"/>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 name="ZoneTexte 3">
            <a:extLst>
              <a:ext uri="{FF2B5EF4-FFF2-40B4-BE49-F238E27FC236}">
                <a16:creationId xmlns:a16="http://schemas.microsoft.com/office/drawing/2014/main" id="{70A20D15-BB92-5AE7-A384-E5AE4EC4C9CB}"/>
              </a:ext>
            </a:extLst>
          </p:cNvPr>
          <p:cNvSpPr txBox="1"/>
          <p:nvPr/>
        </p:nvSpPr>
        <p:spPr>
          <a:xfrm>
            <a:off x="1154955" y="2120900"/>
            <a:ext cx="3133726" cy="389890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defTabSz="457200">
              <a:spcBef>
                <a:spcPts val="1000"/>
              </a:spcBef>
              <a:buClr>
                <a:schemeClr val="accent1"/>
              </a:buClr>
              <a:buSzPct val="80000"/>
            </a:pPr>
            <a:r>
              <a:rPr lang="en-US" sz="2000" dirty="0">
                <a:solidFill>
                  <a:srgbClr val="FFFFFF"/>
                </a:solidFill>
              </a:rPr>
              <a:t>Les </a:t>
            </a:r>
            <a:r>
              <a:rPr lang="en-US" sz="2000" err="1">
                <a:solidFill>
                  <a:srgbClr val="FFFFFF"/>
                </a:solidFill>
              </a:rPr>
              <a:t>différentes</a:t>
            </a:r>
            <a:r>
              <a:rPr lang="en-US" sz="2000" dirty="0">
                <a:solidFill>
                  <a:srgbClr val="FFFFFF"/>
                </a:solidFill>
              </a:rPr>
              <a:t> étapes de </a:t>
            </a:r>
            <a:r>
              <a:rPr lang="en-US" sz="2000" err="1">
                <a:solidFill>
                  <a:srgbClr val="FFFFFF"/>
                </a:solidFill>
              </a:rPr>
              <a:t>l'installation</a:t>
            </a:r>
            <a:r>
              <a:rPr lang="en-US" sz="2000" dirty="0">
                <a:solidFill>
                  <a:srgbClr val="FFFFFF"/>
                </a:solidFill>
              </a:rPr>
              <a:t> de </a:t>
            </a:r>
            <a:r>
              <a:rPr lang="en-US" sz="2000" err="1">
                <a:solidFill>
                  <a:srgbClr val="FFFFFF"/>
                </a:solidFill>
              </a:rPr>
              <a:t>l'Agent</a:t>
            </a:r>
            <a:r>
              <a:rPr lang="en-US" sz="2000" dirty="0">
                <a:solidFill>
                  <a:srgbClr val="FFFFFF"/>
                </a:solidFill>
              </a:rPr>
              <a:t> GLPI (</a:t>
            </a:r>
            <a:r>
              <a:rPr lang="en-US" sz="2000" err="1">
                <a:solidFill>
                  <a:srgbClr val="FFFFFF"/>
                </a:solidFill>
              </a:rPr>
              <a:t>exemple</a:t>
            </a:r>
            <a:r>
              <a:rPr lang="en-US" sz="2000" dirty="0">
                <a:solidFill>
                  <a:srgbClr val="FFFFFF"/>
                </a:solidFill>
              </a:rPr>
              <a:t> : Windows 10) :</a:t>
            </a:r>
          </a:p>
          <a:p>
            <a:pPr marL="285750" indent="-285750" defTabSz="457200">
              <a:spcBef>
                <a:spcPts val="1000"/>
              </a:spcBef>
              <a:buFont typeface="Arial"/>
              <a:buChar char="•"/>
            </a:pPr>
            <a:r>
              <a:rPr lang="en-US" sz="2000" err="1">
                <a:solidFill>
                  <a:srgbClr val="FFFFFF"/>
                </a:solidFill>
              </a:rPr>
              <a:t>Télécharger</a:t>
            </a:r>
            <a:r>
              <a:rPr lang="en-US" sz="2000" dirty="0">
                <a:solidFill>
                  <a:srgbClr val="FFFFFF"/>
                </a:solidFill>
              </a:rPr>
              <a:t> </a:t>
            </a:r>
            <a:r>
              <a:rPr lang="en-US" sz="2000" err="1">
                <a:solidFill>
                  <a:srgbClr val="FFFFFF"/>
                </a:solidFill>
              </a:rPr>
              <a:t>l'Agent</a:t>
            </a:r>
            <a:r>
              <a:rPr lang="en-US" sz="2000" dirty="0">
                <a:solidFill>
                  <a:srgbClr val="FFFFFF"/>
                </a:solidFill>
              </a:rPr>
              <a:t> GLPI sur le site "glpi-project.org/</a:t>
            </a:r>
            <a:r>
              <a:rPr lang="en-US" sz="2000" err="1">
                <a:solidFill>
                  <a:srgbClr val="FFFFFF"/>
                </a:solidFill>
              </a:rPr>
              <a:t>fr</a:t>
            </a:r>
            <a:r>
              <a:rPr lang="en-US" sz="2000" dirty="0">
                <a:solidFill>
                  <a:srgbClr val="FFFFFF"/>
                </a:solidFill>
              </a:rPr>
              <a:t>/"</a:t>
            </a:r>
          </a:p>
          <a:p>
            <a:pPr marL="285750" indent="-285750" defTabSz="457200">
              <a:spcBef>
                <a:spcPts val="1000"/>
              </a:spcBef>
              <a:buFont typeface="Arial"/>
              <a:buChar char="•"/>
            </a:pPr>
            <a:r>
              <a:rPr lang="en-US" sz="2000" dirty="0">
                <a:solidFill>
                  <a:srgbClr val="FFFFFF"/>
                </a:solidFill>
              </a:rPr>
              <a:t>Lancer </a:t>
            </a:r>
            <a:r>
              <a:rPr lang="en-US" sz="2000" err="1">
                <a:solidFill>
                  <a:srgbClr val="FFFFFF"/>
                </a:solidFill>
              </a:rPr>
              <a:t>l'installation</a:t>
            </a:r>
            <a:r>
              <a:rPr lang="en-US" sz="2000" dirty="0">
                <a:solidFill>
                  <a:srgbClr val="FFFFFF"/>
                </a:solidFill>
              </a:rPr>
              <a:t> de </a:t>
            </a:r>
            <a:r>
              <a:rPr lang="en-US" sz="2000" err="1">
                <a:solidFill>
                  <a:srgbClr val="FFFFFF"/>
                </a:solidFill>
              </a:rPr>
              <a:t>l'Agent</a:t>
            </a:r>
            <a:r>
              <a:rPr lang="en-US" sz="2000" dirty="0">
                <a:solidFill>
                  <a:srgbClr val="FFFFFF"/>
                </a:solidFill>
              </a:rPr>
              <a:t> GLPI</a:t>
            </a: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Tree>
    <p:extLst>
      <p:ext uri="{BB962C8B-B14F-4D97-AF65-F5344CB8AC3E}">
        <p14:creationId xmlns:p14="http://schemas.microsoft.com/office/powerpoint/2010/main" val="190454719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21" name="Freeform: Shape 2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2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5" name="Rectangle 2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Oval 2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ZoneTexte 2">
            <a:extLst>
              <a:ext uri="{FF2B5EF4-FFF2-40B4-BE49-F238E27FC236}">
                <a16:creationId xmlns:a16="http://schemas.microsoft.com/office/drawing/2014/main" id="{E1BC1767-A872-AD49-5088-64EBAC160805}"/>
              </a:ext>
            </a:extLst>
          </p:cNvPr>
          <p:cNvSpPr txBox="1"/>
          <p:nvPr/>
        </p:nvSpPr>
        <p:spPr>
          <a:xfrm>
            <a:off x="1183892" y="1715787"/>
            <a:ext cx="3133726" cy="408216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85750" defTabSz="457200">
              <a:spcBef>
                <a:spcPts val="1000"/>
              </a:spcBef>
              <a:buClr>
                <a:schemeClr val="accent1"/>
              </a:buClr>
              <a:buSzPct val="80000"/>
              <a:buFont typeface="Arial"/>
              <a:buChar char="•"/>
            </a:pPr>
            <a:r>
              <a:rPr lang="en-US" sz="3000" dirty="0">
                <a:solidFill>
                  <a:srgbClr val="FFFFFF"/>
                </a:solidFill>
              </a:rPr>
              <a:t>Après </a:t>
            </a:r>
            <a:r>
              <a:rPr lang="en-US" sz="3000" dirty="0" err="1">
                <a:solidFill>
                  <a:srgbClr val="FFFFFF"/>
                </a:solidFill>
              </a:rPr>
              <a:t>avoir</a:t>
            </a:r>
            <a:r>
              <a:rPr lang="en-US" sz="3000" dirty="0">
                <a:solidFill>
                  <a:srgbClr val="FFFFFF"/>
                </a:solidFill>
              </a:rPr>
              <a:t> fait "</a:t>
            </a:r>
            <a:r>
              <a:rPr lang="en-US" sz="3000" dirty="0" err="1">
                <a:solidFill>
                  <a:srgbClr val="FFFFFF"/>
                </a:solidFill>
              </a:rPr>
              <a:t>Suivant</a:t>
            </a:r>
            <a:r>
              <a:rPr lang="en-US" sz="3000" dirty="0">
                <a:solidFill>
                  <a:srgbClr val="FFFFFF"/>
                </a:solidFill>
              </a:rPr>
              <a:t>" et </a:t>
            </a:r>
            <a:r>
              <a:rPr lang="en-US" sz="3000" dirty="0" err="1">
                <a:solidFill>
                  <a:srgbClr val="FFFFFF"/>
                </a:solidFill>
              </a:rPr>
              <a:t>indiquer</a:t>
            </a:r>
            <a:r>
              <a:rPr lang="en-US" sz="3000" dirty="0">
                <a:solidFill>
                  <a:srgbClr val="FFFFFF"/>
                </a:solidFill>
              </a:rPr>
              <a:t> le dossier de destination. </a:t>
            </a:r>
            <a:endParaRPr lang="fr-FR" sz="3000"/>
          </a:p>
          <a:p>
            <a:pPr defTabSz="457200">
              <a:spcBef>
                <a:spcPts val="1000"/>
              </a:spcBef>
            </a:pPr>
            <a:r>
              <a:rPr lang="en-US" sz="3000" dirty="0" err="1">
                <a:solidFill>
                  <a:srgbClr val="FFFFFF"/>
                </a:solidFill>
              </a:rPr>
              <a:t>Choisir</a:t>
            </a:r>
            <a:r>
              <a:rPr lang="en-US" sz="3000" dirty="0">
                <a:solidFill>
                  <a:srgbClr val="FFFFFF"/>
                </a:solidFill>
              </a:rPr>
              <a:t> le type </a:t>
            </a:r>
            <a:r>
              <a:rPr lang="en-US" sz="3000" dirty="0" err="1">
                <a:solidFill>
                  <a:srgbClr val="FFFFFF"/>
                </a:solidFill>
              </a:rPr>
              <a:t>d'installation</a:t>
            </a:r>
            <a:r>
              <a:rPr lang="en-US" sz="3000" dirty="0">
                <a:solidFill>
                  <a:srgbClr val="FFFFFF"/>
                </a:solidFill>
              </a:rPr>
              <a:t> "Complete".</a:t>
            </a:r>
            <a:endParaRPr lang="en-US" sz="2000" dirty="0"/>
          </a:p>
        </p:txBody>
      </p:sp>
      <p:sp>
        <p:nvSpPr>
          <p:cNvPr id="3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pic>
        <p:nvPicPr>
          <p:cNvPr id="10" name="Image 9" descr="Une image contenant texte, capture d’écran, logiciel, Icône d’ordinateur&#10;&#10;Description générée automatiquement">
            <a:extLst>
              <a:ext uri="{FF2B5EF4-FFF2-40B4-BE49-F238E27FC236}">
                <a16:creationId xmlns:a16="http://schemas.microsoft.com/office/drawing/2014/main" id="{000A56CF-B14B-6AAA-878E-C2856B4EDFF7}"/>
              </a:ext>
            </a:extLst>
          </p:cNvPr>
          <p:cNvPicPr>
            <a:picLocks noChangeAspect="1"/>
          </p:cNvPicPr>
          <p:nvPr/>
        </p:nvPicPr>
        <p:blipFill>
          <a:blip r:embed="rId2"/>
          <a:stretch>
            <a:fillRect/>
          </a:stretch>
        </p:blipFill>
        <p:spPr>
          <a:xfrm>
            <a:off x="5146687" y="1143000"/>
            <a:ext cx="6862511" cy="5083628"/>
          </a:xfrm>
          <a:prstGeom prst="rect">
            <a:avLst/>
          </a:prstGeom>
        </p:spPr>
      </p:pic>
    </p:spTree>
    <p:extLst>
      <p:ext uri="{BB962C8B-B14F-4D97-AF65-F5344CB8AC3E}">
        <p14:creationId xmlns:p14="http://schemas.microsoft.com/office/powerpoint/2010/main" val="412107106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4">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8">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20">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4"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6" name="Rectangle 25">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30" name="Freeform: Shape 29">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32"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10" name="Image 9" descr="Une image contenant texte, capture d’écran, logiciel, Icône d’ordinateur&#10;&#10;Description générée automatiquement">
            <a:extLst>
              <a:ext uri="{FF2B5EF4-FFF2-40B4-BE49-F238E27FC236}">
                <a16:creationId xmlns:a16="http://schemas.microsoft.com/office/drawing/2014/main" id="{6150645A-3834-D38C-05A6-56FA63194132}"/>
              </a:ext>
            </a:extLst>
          </p:cNvPr>
          <p:cNvPicPr>
            <a:picLocks noChangeAspect="1"/>
          </p:cNvPicPr>
          <p:nvPr/>
        </p:nvPicPr>
        <p:blipFill>
          <a:blip r:embed="rId3"/>
          <a:stretch>
            <a:fillRect/>
          </a:stretch>
        </p:blipFill>
        <p:spPr>
          <a:xfrm>
            <a:off x="5194607" y="1088101"/>
            <a:ext cx="6391533" cy="4681798"/>
          </a:xfrm>
          <a:prstGeom prst="rect">
            <a:avLst/>
          </a:prstGeom>
        </p:spPr>
      </p:pic>
      <p:sp>
        <p:nvSpPr>
          <p:cNvPr id="34" name="Rectangle 33">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6" name="Oval 35">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6" name="Espace réservé du texte 5">
            <a:extLst>
              <a:ext uri="{FF2B5EF4-FFF2-40B4-BE49-F238E27FC236}">
                <a16:creationId xmlns:a16="http://schemas.microsoft.com/office/drawing/2014/main" id="{0936EBFC-A41B-0420-41DD-499DD828560A}"/>
              </a:ext>
            </a:extLst>
          </p:cNvPr>
          <p:cNvSpPr>
            <a:spLocks noGrp="1"/>
          </p:cNvSpPr>
          <p:nvPr>
            <p:ph type="body" sz="half" idx="2"/>
          </p:nvPr>
        </p:nvSpPr>
        <p:spPr>
          <a:xfrm>
            <a:off x="1174246" y="1146697"/>
            <a:ext cx="3114435" cy="4410115"/>
          </a:xfrm>
        </p:spPr>
        <p:txBody>
          <a:bodyPr vert="horz" lIns="91440" tIns="45720" rIns="91440" bIns="45720" rtlCol="0" anchor="t">
            <a:noAutofit/>
          </a:bodyPr>
          <a:lstStyle/>
          <a:p>
            <a:pPr marL="457200" indent="-457200">
              <a:buFont typeface="Arial" charset="2"/>
              <a:buChar char="•"/>
            </a:pPr>
            <a:r>
              <a:rPr lang="en-US" sz="3000" err="1">
                <a:solidFill>
                  <a:srgbClr val="FFFFFF"/>
                </a:solidFill>
              </a:rPr>
              <a:t>Renseigner</a:t>
            </a:r>
            <a:r>
              <a:rPr lang="en-US" sz="3000">
                <a:solidFill>
                  <a:srgbClr val="FFFFFF"/>
                </a:solidFill>
              </a:rPr>
              <a:t> </a:t>
            </a:r>
            <a:r>
              <a:rPr lang="en-US" sz="3000" err="1">
                <a:solidFill>
                  <a:srgbClr val="FFFFFF"/>
                </a:solidFill>
              </a:rPr>
              <a:t>l'adresse</a:t>
            </a:r>
            <a:r>
              <a:rPr lang="en-US" sz="3000">
                <a:solidFill>
                  <a:srgbClr val="FFFFFF"/>
                </a:solidFill>
              </a:rPr>
              <a:t> </a:t>
            </a:r>
            <a:r>
              <a:rPr lang="en-US" sz="3000" err="1">
                <a:solidFill>
                  <a:srgbClr val="FFFFFF"/>
                </a:solidFill>
              </a:rPr>
              <a:t>ip</a:t>
            </a:r>
            <a:r>
              <a:rPr lang="en-US" sz="3000">
                <a:solidFill>
                  <a:srgbClr val="FFFFFF"/>
                </a:solidFill>
              </a:rPr>
              <a:t> de </a:t>
            </a:r>
            <a:r>
              <a:rPr lang="en-US" sz="3000" err="1">
                <a:solidFill>
                  <a:srgbClr val="FFFFFF"/>
                </a:solidFill>
              </a:rPr>
              <a:t>votre</a:t>
            </a:r>
            <a:r>
              <a:rPr lang="en-US" sz="3000">
                <a:solidFill>
                  <a:srgbClr val="FFFFFF"/>
                </a:solidFill>
              </a:rPr>
              <a:t> </a:t>
            </a:r>
            <a:r>
              <a:rPr lang="en-US" sz="3000" err="1">
                <a:solidFill>
                  <a:srgbClr val="FFFFFF"/>
                </a:solidFill>
              </a:rPr>
              <a:t>serveur</a:t>
            </a:r>
            <a:r>
              <a:rPr lang="en-US" sz="3000">
                <a:solidFill>
                  <a:srgbClr val="FFFFFF"/>
                </a:solidFill>
              </a:rPr>
              <a:t> GLPI dans "Remote Targets" </a:t>
            </a:r>
            <a:r>
              <a:rPr lang="en-US" sz="3000" err="1">
                <a:solidFill>
                  <a:srgbClr val="FFFFFF"/>
                </a:solidFill>
              </a:rPr>
              <a:t>puis</a:t>
            </a:r>
            <a:r>
              <a:rPr lang="en-US" sz="3000">
                <a:solidFill>
                  <a:srgbClr val="FFFFFF"/>
                </a:solidFill>
              </a:rPr>
              <a:t> </a:t>
            </a:r>
            <a:r>
              <a:rPr lang="en-US" sz="3000" err="1">
                <a:solidFill>
                  <a:srgbClr val="FFFFFF"/>
                </a:solidFill>
              </a:rPr>
              <a:t>cliquer</a:t>
            </a:r>
            <a:r>
              <a:rPr lang="en-US" sz="3000">
                <a:solidFill>
                  <a:srgbClr val="FFFFFF"/>
                </a:solidFill>
              </a:rPr>
              <a:t> sur </a:t>
            </a:r>
            <a:r>
              <a:rPr lang="en-US" sz="3000" err="1">
                <a:solidFill>
                  <a:srgbClr val="FFFFFF"/>
                </a:solidFill>
              </a:rPr>
              <a:t>Suivant</a:t>
            </a:r>
            <a:r>
              <a:rPr lang="en-US" sz="3000">
                <a:solidFill>
                  <a:srgbClr val="FFFFFF"/>
                </a:solidFill>
              </a:rPr>
              <a:t>.</a:t>
            </a:r>
            <a:endParaRPr lang="fr-FR"/>
          </a:p>
        </p:txBody>
      </p:sp>
      <p:sp>
        <p:nvSpPr>
          <p:cNvPr id="40"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Tree>
    <p:extLst>
      <p:ext uri="{BB962C8B-B14F-4D97-AF65-F5344CB8AC3E}">
        <p14:creationId xmlns:p14="http://schemas.microsoft.com/office/powerpoint/2010/main" val="166452759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4" name="Freeform: Shape 13">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16"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7" name="Image 6" descr="Une image contenant texte, capture d’écran, logiciel, Icône d’ordinateur&#10;&#10;Description générée automatiquement">
            <a:extLst>
              <a:ext uri="{FF2B5EF4-FFF2-40B4-BE49-F238E27FC236}">
                <a16:creationId xmlns:a16="http://schemas.microsoft.com/office/drawing/2014/main" id="{803E1374-9962-FBEB-1829-ED6076F9F139}"/>
              </a:ext>
            </a:extLst>
          </p:cNvPr>
          <p:cNvPicPr>
            <a:picLocks noChangeAspect="1"/>
          </p:cNvPicPr>
          <p:nvPr/>
        </p:nvPicPr>
        <p:blipFill>
          <a:blip r:embed="rId2"/>
          <a:stretch>
            <a:fillRect/>
          </a:stretch>
        </p:blipFill>
        <p:spPr>
          <a:xfrm>
            <a:off x="5194607" y="1016197"/>
            <a:ext cx="6391533" cy="4825606"/>
          </a:xfrm>
          <a:prstGeom prst="rect">
            <a:avLst/>
          </a:prstGeom>
        </p:spPr>
      </p:pic>
      <p:sp>
        <p:nvSpPr>
          <p:cNvPr id="18" name="Rectangle 17">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0" name="Oval 19">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 name="ZoneTexte 1">
            <a:extLst>
              <a:ext uri="{FF2B5EF4-FFF2-40B4-BE49-F238E27FC236}">
                <a16:creationId xmlns:a16="http://schemas.microsoft.com/office/drawing/2014/main" id="{E21A9919-4A7D-DCBA-55BF-834749E2229C}"/>
              </a:ext>
            </a:extLst>
          </p:cNvPr>
          <p:cNvSpPr txBox="1"/>
          <p:nvPr/>
        </p:nvSpPr>
        <p:spPr>
          <a:xfrm>
            <a:off x="1154955" y="2120900"/>
            <a:ext cx="3133726" cy="389890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85750" defTabSz="457200">
              <a:spcBef>
                <a:spcPts val="1000"/>
              </a:spcBef>
              <a:buClr>
                <a:schemeClr val="accent1"/>
              </a:buClr>
              <a:buSzPct val="80000"/>
              <a:buFont typeface="Arial" charset="2"/>
              <a:buChar char="•"/>
            </a:pPr>
            <a:r>
              <a:rPr lang="en-US" sz="2800" err="1">
                <a:solidFill>
                  <a:srgbClr val="FFFFFF"/>
                </a:solidFill>
              </a:rPr>
              <a:t>L'installation</a:t>
            </a:r>
            <a:r>
              <a:rPr lang="en-US" sz="2800" dirty="0">
                <a:solidFill>
                  <a:srgbClr val="FFFFFF"/>
                </a:solidFill>
              </a:rPr>
              <a:t> </a:t>
            </a:r>
            <a:r>
              <a:rPr lang="en-US" sz="2800" err="1">
                <a:solidFill>
                  <a:srgbClr val="FFFFFF"/>
                </a:solidFill>
              </a:rPr>
              <a:t>est</a:t>
            </a:r>
            <a:r>
              <a:rPr lang="en-US" sz="2800" dirty="0">
                <a:solidFill>
                  <a:srgbClr val="FFFFFF"/>
                </a:solidFill>
              </a:rPr>
              <a:t> </a:t>
            </a:r>
            <a:r>
              <a:rPr lang="en-US" sz="2800" err="1">
                <a:solidFill>
                  <a:srgbClr val="FFFFFF"/>
                </a:solidFill>
              </a:rPr>
              <a:t>désormais</a:t>
            </a:r>
            <a:r>
              <a:rPr lang="en-US" sz="2800" dirty="0">
                <a:solidFill>
                  <a:srgbClr val="FFFFFF"/>
                </a:solidFill>
              </a:rPr>
              <a:t> </a:t>
            </a:r>
            <a:r>
              <a:rPr lang="en-US" sz="2800" err="1">
                <a:solidFill>
                  <a:srgbClr val="FFFFFF"/>
                </a:solidFill>
              </a:rPr>
              <a:t>terminée</a:t>
            </a:r>
            <a:r>
              <a:rPr lang="en-US" sz="2800" dirty="0">
                <a:solidFill>
                  <a:srgbClr val="FFFFFF"/>
                </a:solidFill>
              </a:rPr>
              <a:t>.</a:t>
            </a:r>
            <a:endParaRPr lang="fr-FR" sz="2800" dirty="0"/>
          </a:p>
        </p:txBody>
      </p:sp>
      <p:sp>
        <p:nvSpPr>
          <p:cNvPr id="24"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Tree>
    <p:extLst>
      <p:ext uri="{BB962C8B-B14F-4D97-AF65-F5344CB8AC3E}">
        <p14:creationId xmlns:p14="http://schemas.microsoft.com/office/powerpoint/2010/main" val="86128364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D105174-071A-4257-860A-5EE2D11DD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9" name="Freeform 5">
            <a:extLst>
              <a:ext uri="{FF2B5EF4-FFF2-40B4-BE49-F238E27FC236}">
                <a16:creationId xmlns:a16="http://schemas.microsoft.com/office/drawing/2014/main" id="{E17B217C-3C66-46B3-9E9D-2771AA2A2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1" name="Rectangle 20">
            <a:extLst>
              <a:ext uri="{FF2B5EF4-FFF2-40B4-BE49-F238E27FC236}">
                <a16:creationId xmlns:a16="http://schemas.microsoft.com/office/drawing/2014/main" id="{8A848D99-5D8B-49F5-97E9-AA7C3F5F2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Espace réservé du contenu 2">
            <a:extLst>
              <a:ext uri="{FF2B5EF4-FFF2-40B4-BE49-F238E27FC236}">
                <a16:creationId xmlns:a16="http://schemas.microsoft.com/office/drawing/2014/main" id="{5AA2D74F-D010-CB52-DDAF-8F99E78FB345}"/>
              </a:ext>
            </a:extLst>
          </p:cNvPr>
          <p:cNvSpPr>
            <a:spLocks noGrp="1"/>
          </p:cNvSpPr>
          <p:nvPr>
            <p:ph idx="1"/>
          </p:nvPr>
        </p:nvSpPr>
        <p:spPr>
          <a:xfrm>
            <a:off x="1210235" y="1144733"/>
            <a:ext cx="3373550" cy="4876300"/>
          </a:xfrm>
        </p:spPr>
        <p:txBody>
          <a:bodyPr vert="horz" lIns="91440" tIns="45720" rIns="91440" bIns="45720" rtlCol="0" anchor="ctr">
            <a:noAutofit/>
          </a:bodyPr>
          <a:lstStyle/>
          <a:p>
            <a:pPr marL="0" indent="0" algn="ctr">
              <a:buNone/>
            </a:pPr>
            <a:r>
              <a:rPr lang="fr-FR" sz="3000" dirty="0">
                <a:solidFill>
                  <a:srgbClr val="FFFFFF"/>
                </a:solidFill>
              </a:rPr>
              <a:t>Pour accéder à l'interface WEB de l'agent GLPI installé, il est accessible via son port :62354 avec l'adresse </a:t>
            </a:r>
            <a:r>
              <a:rPr lang="fr-FR" sz="3000" dirty="0" err="1">
                <a:solidFill>
                  <a:srgbClr val="FFFFFF"/>
                </a:solidFill>
              </a:rPr>
              <a:t>ip</a:t>
            </a:r>
            <a:r>
              <a:rPr lang="fr-FR" sz="3000" dirty="0">
                <a:solidFill>
                  <a:srgbClr val="FFFFFF"/>
                </a:solidFill>
              </a:rPr>
              <a:t> de la machine ou "localhost:62354".</a:t>
            </a:r>
          </a:p>
        </p:txBody>
      </p:sp>
      <p:grpSp>
        <p:nvGrpSpPr>
          <p:cNvPr id="5" name="Groupe 4">
            <a:extLst>
              <a:ext uri="{FF2B5EF4-FFF2-40B4-BE49-F238E27FC236}">
                <a16:creationId xmlns:a16="http://schemas.microsoft.com/office/drawing/2014/main" id="{0F9A0CE4-0F2F-BF72-6B0D-16A877025F5C}"/>
              </a:ext>
            </a:extLst>
          </p:cNvPr>
          <p:cNvGrpSpPr/>
          <p:nvPr/>
        </p:nvGrpSpPr>
        <p:grpSpPr>
          <a:xfrm>
            <a:off x="5639360" y="1269013"/>
            <a:ext cx="5293114" cy="4358755"/>
            <a:chOff x="5639360" y="1269013"/>
            <a:chExt cx="5293114" cy="4358755"/>
          </a:xfrm>
        </p:grpSpPr>
        <p:pic>
          <p:nvPicPr>
            <p:cNvPr id="2" name="Image 1">
              <a:extLst>
                <a:ext uri="{FF2B5EF4-FFF2-40B4-BE49-F238E27FC236}">
                  <a16:creationId xmlns:a16="http://schemas.microsoft.com/office/drawing/2014/main" id="{C69B7BF0-076C-7509-BD61-946FCC3A74FD}"/>
                </a:ext>
              </a:extLst>
            </p:cNvPr>
            <p:cNvPicPr>
              <a:picLocks noChangeAspect="1"/>
            </p:cNvPicPr>
            <p:nvPr/>
          </p:nvPicPr>
          <p:blipFill>
            <a:blip r:embed="rId2"/>
            <a:stretch>
              <a:fillRect/>
            </a:stretch>
          </p:blipFill>
          <p:spPr>
            <a:xfrm>
              <a:off x="5639360" y="1269013"/>
              <a:ext cx="5293114" cy="4042580"/>
            </a:xfrm>
            <a:prstGeom prst="roundRect">
              <a:avLst>
                <a:gd name="adj" fmla="val 1858"/>
              </a:avLst>
            </a:prstGeom>
            <a:effectLst>
              <a:outerShdw blurRad="50800" dist="50800" dir="5400000" algn="tl" rotWithShape="0">
                <a:srgbClr val="000000">
                  <a:alpha val="43000"/>
                </a:srgbClr>
              </a:outerShdw>
            </a:effectLst>
          </p:spPr>
        </p:pic>
        <p:sp>
          <p:nvSpPr>
            <p:cNvPr id="4" name="ZoneTexte 3">
              <a:extLst>
                <a:ext uri="{FF2B5EF4-FFF2-40B4-BE49-F238E27FC236}">
                  <a16:creationId xmlns:a16="http://schemas.microsoft.com/office/drawing/2014/main" id="{8247A64F-5385-DCA0-BA4E-A47C0F0E016C}"/>
                </a:ext>
              </a:extLst>
            </p:cNvPr>
            <p:cNvSpPr txBox="1"/>
            <p:nvPr/>
          </p:nvSpPr>
          <p:spPr>
            <a:xfrm>
              <a:off x="6843993" y="5319991"/>
              <a:ext cx="28995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dirty="0"/>
                <a:t>Interface WEB sur WINDOWS 10</a:t>
              </a:r>
            </a:p>
          </p:txBody>
        </p:sp>
      </p:grpSp>
    </p:spTree>
    <p:extLst>
      <p:ext uri="{BB962C8B-B14F-4D97-AF65-F5344CB8AC3E}">
        <p14:creationId xmlns:p14="http://schemas.microsoft.com/office/powerpoint/2010/main" val="203359974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D105174-071A-4257-860A-5EE2D11DD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2" name="Freeform 5">
            <a:extLst>
              <a:ext uri="{FF2B5EF4-FFF2-40B4-BE49-F238E27FC236}">
                <a16:creationId xmlns:a16="http://schemas.microsoft.com/office/drawing/2014/main" id="{E17B217C-3C66-46B3-9E9D-2771AA2A2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14" name="Rectangle 13">
            <a:extLst>
              <a:ext uri="{FF2B5EF4-FFF2-40B4-BE49-F238E27FC236}">
                <a16:creationId xmlns:a16="http://schemas.microsoft.com/office/drawing/2014/main" id="{8A848D99-5D8B-49F5-97E9-AA7C3F5F2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F8704090-8E45-B3E4-F2C3-8F3A97A156A6}"/>
              </a:ext>
            </a:extLst>
          </p:cNvPr>
          <p:cNvSpPr txBox="1"/>
          <p:nvPr/>
        </p:nvSpPr>
        <p:spPr>
          <a:xfrm>
            <a:off x="4699678" y="5258514"/>
            <a:ext cx="2784551" cy="33576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defTabSz="457200">
              <a:spcBef>
                <a:spcPts val="1000"/>
              </a:spcBef>
              <a:buClr>
                <a:schemeClr val="accent1"/>
              </a:buClr>
              <a:buSzPct val="80000"/>
            </a:pPr>
            <a:r>
              <a:rPr lang="en-US" sz="1400" dirty="0">
                <a:solidFill>
                  <a:srgbClr val="FFFFFF"/>
                </a:solidFill>
              </a:rPr>
              <a:t>Interface WEB sur Windows 11</a:t>
            </a:r>
            <a:endParaRPr lang="fr-FR" sz="1400" dirty="0"/>
          </a:p>
        </p:txBody>
      </p:sp>
      <p:pic>
        <p:nvPicPr>
          <p:cNvPr id="4" name="Espace réservé du contenu 3" descr="Une image contenant texte, capture d’écran, logiciel, Icône d’ordinateur&#10;&#10;Description générée automatiquement">
            <a:extLst>
              <a:ext uri="{FF2B5EF4-FFF2-40B4-BE49-F238E27FC236}">
                <a16:creationId xmlns:a16="http://schemas.microsoft.com/office/drawing/2014/main" id="{734FD005-3BBF-06C4-1887-AE60C93A2096}"/>
              </a:ext>
            </a:extLst>
          </p:cNvPr>
          <p:cNvPicPr>
            <a:picLocks noGrp="1" noChangeAspect="1"/>
          </p:cNvPicPr>
          <p:nvPr>
            <p:ph idx="1"/>
          </p:nvPr>
        </p:nvPicPr>
        <p:blipFill>
          <a:blip r:embed="rId2"/>
          <a:stretch>
            <a:fillRect/>
          </a:stretch>
        </p:blipFill>
        <p:spPr>
          <a:xfrm>
            <a:off x="2225788" y="1605089"/>
            <a:ext cx="7737399" cy="3650989"/>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079333208"/>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D105174-071A-4257-860A-5EE2D11DD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3" name="Freeform 5">
            <a:extLst>
              <a:ext uri="{FF2B5EF4-FFF2-40B4-BE49-F238E27FC236}">
                <a16:creationId xmlns:a16="http://schemas.microsoft.com/office/drawing/2014/main" id="{E17B217C-3C66-46B3-9E9D-2771AA2A2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15" name="Rectangle 14">
            <a:extLst>
              <a:ext uri="{FF2B5EF4-FFF2-40B4-BE49-F238E27FC236}">
                <a16:creationId xmlns:a16="http://schemas.microsoft.com/office/drawing/2014/main" id="{8A848D99-5D8B-49F5-97E9-AA7C3F5F2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Content Placeholder 7">
            <a:extLst>
              <a:ext uri="{FF2B5EF4-FFF2-40B4-BE49-F238E27FC236}">
                <a16:creationId xmlns:a16="http://schemas.microsoft.com/office/drawing/2014/main" id="{28E890CC-ABB6-A529-1535-4B43E4D1952F}"/>
              </a:ext>
            </a:extLst>
          </p:cNvPr>
          <p:cNvSpPr>
            <a:spLocks noGrp="1"/>
          </p:cNvSpPr>
          <p:nvPr>
            <p:ph idx="1"/>
          </p:nvPr>
        </p:nvSpPr>
        <p:spPr>
          <a:xfrm>
            <a:off x="4751870" y="5227198"/>
            <a:ext cx="2680166" cy="294014"/>
          </a:xfrm>
        </p:spPr>
        <p:txBody>
          <a:bodyPr anchor="ctr">
            <a:normAutofit lnSpcReduction="10000"/>
          </a:bodyPr>
          <a:lstStyle/>
          <a:p>
            <a:pPr marL="0" indent="0">
              <a:buNone/>
            </a:pPr>
            <a:r>
              <a:rPr lang="en-US" sz="1400">
                <a:solidFill>
                  <a:srgbClr val="FFFFFF"/>
                </a:solidFill>
              </a:rPr>
              <a:t>Interface WEB sur Debian 11</a:t>
            </a:r>
            <a:endParaRPr lang="en-US">
              <a:solidFill>
                <a:srgbClr val="FFFFFF"/>
              </a:solidFill>
            </a:endParaRPr>
          </a:p>
        </p:txBody>
      </p:sp>
      <p:pic>
        <p:nvPicPr>
          <p:cNvPr id="5" name="Image 4" descr="Une image contenant texte, capture d’écran, logiciel, Système d’exploitation&#10;&#10;Description générée automatiquement">
            <a:extLst>
              <a:ext uri="{FF2B5EF4-FFF2-40B4-BE49-F238E27FC236}">
                <a16:creationId xmlns:a16="http://schemas.microsoft.com/office/drawing/2014/main" id="{BAA1009B-C50B-7863-E309-E29A4DBB84BC}"/>
              </a:ext>
            </a:extLst>
          </p:cNvPr>
          <p:cNvPicPr>
            <a:picLocks noChangeAspect="1"/>
          </p:cNvPicPr>
          <p:nvPr/>
        </p:nvPicPr>
        <p:blipFill>
          <a:blip r:embed="rId2"/>
          <a:stretch>
            <a:fillRect/>
          </a:stretch>
        </p:blipFill>
        <p:spPr>
          <a:xfrm>
            <a:off x="3045199" y="1657281"/>
            <a:ext cx="6096000" cy="3542902"/>
          </a:xfrm>
          <a:prstGeom prst="rect">
            <a:avLst/>
          </a:prstGeom>
        </p:spPr>
      </p:pic>
    </p:spTree>
    <p:extLst>
      <p:ext uri="{BB962C8B-B14F-4D97-AF65-F5344CB8AC3E}">
        <p14:creationId xmlns:p14="http://schemas.microsoft.com/office/powerpoint/2010/main" val="178488030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EA8FC14-66B9-4B89-8A1A-B9DD527C4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27" name="Freeform 5">
            <a:extLst>
              <a:ext uri="{FF2B5EF4-FFF2-40B4-BE49-F238E27FC236}">
                <a16:creationId xmlns:a16="http://schemas.microsoft.com/office/drawing/2014/main" id="{FACC9E27-5F4A-4983-A2FD-83CFCD069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9" name="Rectangle 28">
            <a:extLst>
              <a:ext uri="{FF2B5EF4-FFF2-40B4-BE49-F238E27FC236}">
                <a16:creationId xmlns:a16="http://schemas.microsoft.com/office/drawing/2014/main" id="{AA3A77EB-D201-42BF-9FF2-6EC0E5C261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3" name="Content Placeholder 12">
            <a:extLst>
              <a:ext uri="{FF2B5EF4-FFF2-40B4-BE49-F238E27FC236}">
                <a16:creationId xmlns:a16="http://schemas.microsoft.com/office/drawing/2014/main" id="{73D7F40E-631E-7499-AF66-85C9393EEE87}"/>
              </a:ext>
            </a:extLst>
          </p:cNvPr>
          <p:cNvSpPr>
            <a:spLocks noGrp="1"/>
          </p:cNvSpPr>
          <p:nvPr>
            <p:ph idx="1"/>
          </p:nvPr>
        </p:nvSpPr>
        <p:spPr>
          <a:xfrm>
            <a:off x="3640185" y="5020004"/>
            <a:ext cx="4904457" cy="680732"/>
          </a:xfrm>
        </p:spPr>
        <p:txBody>
          <a:bodyPr anchor="ctr">
            <a:normAutofit/>
          </a:bodyPr>
          <a:lstStyle/>
          <a:p>
            <a:pPr marL="0" indent="0">
              <a:buNone/>
            </a:pPr>
            <a:r>
              <a:rPr lang="en-US">
                <a:solidFill>
                  <a:srgbClr val="FFFFFE"/>
                </a:solidFill>
              </a:rPr>
              <a:t>Inventaire automatique sur le serveur GLPI</a:t>
            </a:r>
          </a:p>
        </p:txBody>
      </p:sp>
      <p:pic>
        <p:nvPicPr>
          <p:cNvPr id="9" name="Image 8" descr="Une image contenant texte, capture d’écran, logiciel, Icône d’ordinateur&#10;&#10;Description générée automatiquement">
            <a:extLst>
              <a:ext uri="{FF2B5EF4-FFF2-40B4-BE49-F238E27FC236}">
                <a16:creationId xmlns:a16="http://schemas.microsoft.com/office/drawing/2014/main" id="{3CFAF26E-4575-DC92-62F4-C8AEF443AA3A}"/>
              </a:ext>
            </a:extLst>
          </p:cNvPr>
          <p:cNvPicPr>
            <a:picLocks noChangeAspect="1"/>
          </p:cNvPicPr>
          <p:nvPr/>
        </p:nvPicPr>
        <p:blipFill>
          <a:blip r:embed="rId2"/>
          <a:srcRect l="7398" r="22183" b="-1"/>
          <a:stretch/>
        </p:blipFill>
        <p:spPr>
          <a:xfrm>
            <a:off x="633938" y="1135967"/>
            <a:ext cx="5472744" cy="3881828"/>
          </a:xfrm>
          <a:prstGeom prst="roundRect">
            <a:avLst>
              <a:gd name="adj" fmla="val 1858"/>
            </a:avLst>
          </a:prstGeom>
          <a:effectLst/>
        </p:spPr>
      </p:pic>
      <p:pic>
        <p:nvPicPr>
          <p:cNvPr id="8" name="Espace réservé du contenu 7">
            <a:extLst>
              <a:ext uri="{FF2B5EF4-FFF2-40B4-BE49-F238E27FC236}">
                <a16:creationId xmlns:a16="http://schemas.microsoft.com/office/drawing/2014/main" id="{61DF2D04-F89D-6CB7-00AE-20D343BEFB3B}"/>
              </a:ext>
            </a:extLst>
          </p:cNvPr>
          <p:cNvPicPr>
            <a:picLocks noChangeAspect="1"/>
          </p:cNvPicPr>
          <p:nvPr/>
        </p:nvPicPr>
        <p:blipFill>
          <a:blip r:embed="rId3"/>
          <a:srcRect l="5457" r="30362"/>
          <a:stretch/>
        </p:blipFill>
        <p:spPr>
          <a:xfrm>
            <a:off x="6098646" y="1135967"/>
            <a:ext cx="5476539" cy="3877404"/>
          </a:xfrm>
          <a:prstGeom prst="roundRect">
            <a:avLst>
              <a:gd name="adj" fmla="val 1858"/>
            </a:avLst>
          </a:prstGeom>
          <a:effectLst/>
        </p:spPr>
      </p:pic>
    </p:spTree>
    <p:extLst>
      <p:ext uri="{BB962C8B-B14F-4D97-AF65-F5344CB8AC3E}">
        <p14:creationId xmlns:p14="http://schemas.microsoft.com/office/powerpoint/2010/main" val="339155407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2810F-5C2A-5B21-338B-7480A9A18182}"/>
              </a:ext>
            </a:extLst>
          </p:cNvPr>
          <p:cNvSpPr>
            <a:spLocks noGrp="1"/>
          </p:cNvSpPr>
          <p:nvPr>
            <p:ph type="title"/>
          </p:nvPr>
        </p:nvSpPr>
        <p:spPr/>
        <p:txBody>
          <a:bodyPr/>
          <a:lstStyle/>
          <a:p>
            <a:pPr algn="ctr"/>
            <a:r>
              <a:rPr lang="fr-FR" sz="7200" b="1" dirty="0"/>
              <a:t>Conclusion</a:t>
            </a:r>
          </a:p>
        </p:txBody>
      </p:sp>
      <p:sp>
        <p:nvSpPr>
          <p:cNvPr id="3" name="Espace réservé du contenu 2">
            <a:extLst>
              <a:ext uri="{FF2B5EF4-FFF2-40B4-BE49-F238E27FC236}">
                <a16:creationId xmlns:a16="http://schemas.microsoft.com/office/drawing/2014/main" id="{E5519C11-E69E-97B3-50F8-96678C209F98}"/>
              </a:ext>
            </a:extLst>
          </p:cNvPr>
          <p:cNvSpPr>
            <a:spLocks noGrp="1"/>
          </p:cNvSpPr>
          <p:nvPr>
            <p:ph idx="1"/>
          </p:nvPr>
        </p:nvSpPr>
        <p:spPr/>
        <p:txBody>
          <a:bodyPr vert="horz" lIns="91440" tIns="45720" rIns="91440" bIns="45720" rtlCol="0" anchor="t">
            <a:normAutofit/>
          </a:bodyPr>
          <a:lstStyle/>
          <a:p>
            <a:pPr marL="0" indent="0">
              <a:buNone/>
            </a:pPr>
            <a:r>
              <a:rPr lang="fr-FR" sz="3000" dirty="0"/>
              <a:t>L'Agent GLPI est un superbe outil effectuant un certain nombre de tâches et offrant la possibilité de gérer de manière efficace les ressources et les services, tout en améliorant la qualité du service fourni aux utilisateurs.</a:t>
            </a:r>
          </a:p>
        </p:txBody>
      </p:sp>
    </p:spTree>
    <p:extLst>
      <p:ext uri="{BB962C8B-B14F-4D97-AF65-F5344CB8AC3E}">
        <p14:creationId xmlns:p14="http://schemas.microsoft.com/office/powerpoint/2010/main" val="28590589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13</Slides>
  <Notes>0</Notes>
  <HiddenSlides>0</HiddenSlides>
  <MMClips>0</MMClips>
  <ScaleCrop>false</ScaleCrop>
  <HeadingPairs>
    <vt:vector size="4" baseType="variant">
      <vt:variant>
        <vt:lpstr>Thème</vt:lpstr>
      </vt:variant>
      <vt:variant>
        <vt:i4>1</vt:i4>
      </vt:variant>
      <vt:variant>
        <vt:lpstr>Titres des diapositives</vt:lpstr>
      </vt:variant>
      <vt:variant>
        <vt:i4>13</vt:i4>
      </vt:variant>
    </vt:vector>
  </HeadingPairs>
  <TitlesOfParts>
    <vt:vector size="14" baseType="lpstr">
      <vt:lpstr>Ion Boardroom</vt:lpstr>
      <vt:lpstr>AGENT GLPI</vt:lpstr>
      <vt:lpstr>SOMMAIRE</vt:lpstr>
      <vt:lpstr>PRÉSENTATION</vt:lpstr>
      <vt:lpstr>AVANTAGES</vt:lpstr>
      <vt:lpstr>MISE EN PLACE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
  <cp:lastModifiedBy/>
  <cp:revision>801</cp:revision>
  <dcterms:created xsi:type="dcterms:W3CDTF">2024-07-26T15:01:31Z</dcterms:created>
  <dcterms:modified xsi:type="dcterms:W3CDTF">2024-07-31T13:58:52Z</dcterms:modified>
</cp:coreProperties>
</file>