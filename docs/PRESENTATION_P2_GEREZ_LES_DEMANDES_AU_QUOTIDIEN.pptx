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  <p:sldId id="257" r:id="rId3"/>
    <p:sldId id="258" r:id="rId4"/>
    <p:sldId id="267" r:id="rId5"/>
    <p:sldId id="260" r:id="rId6"/>
    <p:sldId id="268" r:id="rId7"/>
    <p:sldId id="269" r:id="rId8"/>
    <p:sldId id="259" r:id="rId9"/>
    <p:sldId id="261" r:id="rId10"/>
    <p:sldId id="270" r:id="rId11"/>
    <p:sldId id="262" r:id="rId12"/>
    <p:sldId id="271" r:id="rId13"/>
    <p:sldId id="263" r:id="rId14"/>
    <p:sldId id="272" r:id="rId15"/>
    <p:sldId id="264" r:id="rId16"/>
    <p:sldId id="273" r:id="rId17"/>
    <p:sldId id="265" r:id="rId18"/>
    <p:sldId id="266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2439F-FE1E-4021-97C3-BDC364203E4D}" v="17" dt="2024-08-25T01:00:52.504"/>
    <p1510:client id="{BF594B4B-78E1-4432-8D8A-FBB41F436F50}" v="2" dt="2024-08-25T17:54:51.949"/>
    <p1510:client id="{ED16A990-E97B-4894-9DFA-7227ACA2046E}" v="20" dt="2024-08-25T16:46:52.3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Pelage" userId="54db4591437a0f12" providerId="Windows Live" clId="Web-{2D6FB59E-AFDD-44B5-980D-DDEE380B3FD1}"/>
    <pc:docChg chg="addSld modSld">
      <pc:chgData name="Samuel Pelage" userId="54db4591437a0f12" providerId="Windows Live" clId="Web-{2D6FB59E-AFDD-44B5-980D-DDEE380B3FD1}" dt="2024-08-06T15:29:46.528" v="866"/>
      <pc:docMkLst>
        <pc:docMk/>
      </pc:docMkLst>
      <pc:sldChg chg="modSp">
        <pc:chgData name="Samuel Pelage" userId="54db4591437a0f12" providerId="Windows Live" clId="Web-{2D6FB59E-AFDD-44B5-980D-DDEE380B3FD1}" dt="2024-08-06T15:28:53.634" v="861" actId="20577"/>
        <pc:sldMkLst>
          <pc:docMk/>
          <pc:sldMk cId="296994583" sldId="257"/>
        </pc:sldMkLst>
        <pc:spChg chg="mod">
          <ac:chgData name="Samuel Pelage" userId="54db4591437a0f12" providerId="Windows Live" clId="Web-{2D6FB59E-AFDD-44B5-980D-DDEE380B3FD1}" dt="2024-08-06T15:28:53.634" v="861" actId="20577"/>
          <ac:spMkLst>
            <pc:docMk/>
            <pc:sldMk cId="296994583" sldId="257"/>
            <ac:spMk id="3" creationId="{ED13898E-627B-38E4-9FB5-22C36905E9BB}"/>
          </ac:spMkLst>
        </pc:spChg>
      </pc:sldChg>
      <pc:sldChg chg="modSp">
        <pc:chgData name="Samuel Pelage" userId="54db4591437a0f12" providerId="Windows Live" clId="Web-{2D6FB59E-AFDD-44B5-980D-DDEE380B3FD1}" dt="2024-08-06T15:11:52.050" v="716" actId="20577"/>
        <pc:sldMkLst>
          <pc:docMk/>
          <pc:sldMk cId="1174786161" sldId="258"/>
        </pc:sldMkLst>
        <pc:spChg chg="mod">
          <ac:chgData name="Samuel Pelage" userId="54db4591437a0f12" providerId="Windows Live" clId="Web-{2D6FB59E-AFDD-44B5-980D-DDEE380B3FD1}" dt="2024-08-06T15:11:52.050" v="716" actId="20577"/>
          <ac:spMkLst>
            <pc:docMk/>
            <pc:sldMk cId="1174786161" sldId="258"/>
            <ac:spMk id="3" creationId="{97A687BB-6F6B-4C11-9B1F-CB9AF3B945C2}"/>
          </ac:spMkLst>
        </pc:spChg>
      </pc:sldChg>
      <pc:sldChg chg="delSp modSp">
        <pc:chgData name="Samuel Pelage" userId="54db4591437a0f12" providerId="Windows Live" clId="Web-{2D6FB59E-AFDD-44B5-980D-DDEE380B3FD1}" dt="2024-08-06T15:23:13.627" v="817" actId="20577"/>
        <pc:sldMkLst>
          <pc:docMk/>
          <pc:sldMk cId="3706700805" sldId="260"/>
        </pc:sldMkLst>
        <pc:spChg chg="mod">
          <ac:chgData name="Samuel Pelage" userId="54db4591437a0f12" providerId="Windows Live" clId="Web-{2D6FB59E-AFDD-44B5-980D-DDEE380B3FD1}" dt="2024-08-06T15:23:13.627" v="817" actId="20577"/>
          <ac:spMkLst>
            <pc:docMk/>
            <pc:sldMk cId="3706700805" sldId="260"/>
            <ac:spMk id="3" creationId="{EF5AAC05-B49B-30E0-2302-03DD8B369291}"/>
          </ac:spMkLst>
        </pc:spChg>
        <pc:spChg chg="del">
          <ac:chgData name="Samuel Pelage" userId="54db4591437a0f12" providerId="Windows Live" clId="Web-{2D6FB59E-AFDD-44B5-980D-DDEE380B3FD1}" dt="2024-08-06T12:35:11.840" v="351"/>
          <ac:spMkLst>
            <pc:docMk/>
            <pc:sldMk cId="3706700805" sldId="260"/>
            <ac:spMk id="5" creationId="{A2F5365A-797B-EBC7-F48F-3768A7E66A29}"/>
          </ac:spMkLst>
        </pc:spChg>
      </pc:sldChg>
      <pc:sldChg chg="modSp">
        <pc:chgData name="Samuel Pelage" userId="54db4591437a0f12" providerId="Windows Live" clId="Web-{2D6FB59E-AFDD-44B5-980D-DDEE380B3FD1}" dt="2024-08-06T15:29:46.528" v="866"/>
        <pc:sldMkLst>
          <pc:docMk/>
          <pc:sldMk cId="3638817621" sldId="266"/>
        </pc:sldMkLst>
        <pc:graphicFrameChg chg="modGraphic">
          <ac:chgData name="Samuel Pelage" userId="54db4591437a0f12" providerId="Windows Live" clId="Web-{2D6FB59E-AFDD-44B5-980D-DDEE380B3FD1}" dt="2024-08-06T15:29:46.528" v="866"/>
          <ac:graphicFrameMkLst>
            <pc:docMk/>
            <pc:sldMk cId="3638817621" sldId="266"/>
            <ac:graphicFrameMk id="9" creationId="{7DB09E27-7F39-9644-6CFD-39E1DD938080}"/>
          </ac:graphicFrameMkLst>
        </pc:graphicFrameChg>
      </pc:sldChg>
      <pc:sldChg chg="delSp modSp new">
        <pc:chgData name="Samuel Pelage" userId="54db4591437a0f12" providerId="Windows Live" clId="Web-{2D6FB59E-AFDD-44B5-980D-DDEE380B3FD1}" dt="2024-08-06T15:17:05.977" v="744" actId="20577"/>
        <pc:sldMkLst>
          <pc:docMk/>
          <pc:sldMk cId="2758329969" sldId="267"/>
        </pc:sldMkLst>
        <pc:spChg chg="del">
          <ac:chgData name="Samuel Pelage" userId="54db4591437a0f12" providerId="Windows Live" clId="Web-{2D6FB59E-AFDD-44B5-980D-DDEE380B3FD1}" dt="2024-08-06T13:43:41.770" v="536"/>
          <ac:spMkLst>
            <pc:docMk/>
            <pc:sldMk cId="2758329969" sldId="267"/>
            <ac:spMk id="2" creationId="{B22355FC-75E5-D2F5-169B-6A7ED97E1093}"/>
          </ac:spMkLst>
        </pc:spChg>
        <pc:spChg chg="mod">
          <ac:chgData name="Samuel Pelage" userId="54db4591437a0f12" providerId="Windows Live" clId="Web-{2D6FB59E-AFDD-44B5-980D-DDEE380B3FD1}" dt="2024-08-06T15:17:05.977" v="744" actId="20577"/>
          <ac:spMkLst>
            <pc:docMk/>
            <pc:sldMk cId="2758329969" sldId="267"/>
            <ac:spMk id="3" creationId="{C5E4E38E-5840-D3D2-20C8-E17F9D1335F5}"/>
          </ac:spMkLst>
        </pc:spChg>
      </pc:sldChg>
      <pc:sldChg chg="modSp new">
        <pc:chgData name="Samuel Pelage" userId="54db4591437a0f12" providerId="Windows Live" clId="Web-{2D6FB59E-AFDD-44B5-980D-DDEE380B3FD1}" dt="2024-08-06T15:22:25.171" v="815" actId="20577"/>
        <pc:sldMkLst>
          <pc:docMk/>
          <pc:sldMk cId="2643064778" sldId="268"/>
        </pc:sldMkLst>
        <pc:spChg chg="mod">
          <ac:chgData name="Samuel Pelage" userId="54db4591437a0f12" providerId="Windows Live" clId="Web-{2D6FB59E-AFDD-44B5-980D-DDEE380B3FD1}" dt="2024-08-06T15:22:25.171" v="815" actId="20577"/>
          <ac:spMkLst>
            <pc:docMk/>
            <pc:sldMk cId="2643064778" sldId="268"/>
            <ac:spMk id="3" creationId="{0E2D8A81-5223-9066-C0CF-38DFCE68B530}"/>
          </ac:spMkLst>
        </pc:spChg>
      </pc:sldChg>
      <pc:sldChg chg="delSp modSp new">
        <pc:chgData name="Samuel Pelage" userId="54db4591437a0f12" providerId="Windows Live" clId="Web-{2D6FB59E-AFDD-44B5-980D-DDEE380B3FD1}" dt="2024-08-06T15:25:08.400" v="855" actId="1076"/>
        <pc:sldMkLst>
          <pc:docMk/>
          <pc:sldMk cId="1503171627" sldId="269"/>
        </pc:sldMkLst>
        <pc:spChg chg="del">
          <ac:chgData name="Samuel Pelage" userId="54db4591437a0f12" providerId="Windows Live" clId="Web-{2D6FB59E-AFDD-44B5-980D-DDEE380B3FD1}" dt="2024-08-06T15:24:58.868" v="854"/>
          <ac:spMkLst>
            <pc:docMk/>
            <pc:sldMk cId="1503171627" sldId="269"/>
            <ac:spMk id="2" creationId="{C57015F9-46BE-132B-CE4D-1F5A76D49F11}"/>
          </ac:spMkLst>
        </pc:spChg>
        <pc:spChg chg="mod">
          <ac:chgData name="Samuel Pelage" userId="54db4591437a0f12" providerId="Windows Live" clId="Web-{2D6FB59E-AFDD-44B5-980D-DDEE380B3FD1}" dt="2024-08-06T15:25:08.400" v="855" actId="1076"/>
          <ac:spMkLst>
            <pc:docMk/>
            <pc:sldMk cId="1503171627" sldId="269"/>
            <ac:spMk id="3" creationId="{C844F94D-5879-2198-730D-510F059F9C04}"/>
          </ac:spMkLst>
        </pc:spChg>
      </pc:sldChg>
      <pc:sldChg chg="new">
        <pc:chgData name="Samuel Pelage" userId="54db4591437a0f12" providerId="Windows Live" clId="Web-{2D6FB59E-AFDD-44B5-980D-DDEE380B3FD1}" dt="2024-08-06T15:29:00.166" v="862"/>
        <pc:sldMkLst>
          <pc:docMk/>
          <pc:sldMk cId="4007303939" sldId="270"/>
        </pc:sldMkLst>
      </pc:sldChg>
      <pc:sldChg chg="new">
        <pc:chgData name="Samuel Pelage" userId="54db4591437a0f12" providerId="Windows Live" clId="Web-{2D6FB59E-AFDD-44B5-980D-DDEE380B3FD1}" dt="2024-08-06T15:29:06.338" v="863"/>
        <pc:sldMkLst>
          <pc:docMk/>
          <pc:sldMk cId="3975059552" sldId="271"/>
        </pc:sldMkLst>
      </pc:sldChg>
      <pc:sldChg chg="new">
        <pc:chgData name="Samuel Pelage" userId="54db4591437a0f12" providerId="Windows Live" clId="Web-{2D6FB59E-AFDD-44B5-980D-DDEE380B3FD1}" dt="2024-08-06T15:29:13.651" v="864"/>
        <pc:sldMkLst>
          <pc:docMk/>
          <pc:sldMk cId="4171703508" sldId="272"/>
        </pc:sldMkLst>
      </pc:sldChg>
      <pc:sldChg chg="new">
        <pc:chgData name="Samuel Pelage" userId="54db4591437a0f12" providerId="Windows Live" clId="Web-{2D6FB59E-AFDD-44B5-980D-DDEE380B3FD1}" dt="2024-08-06T15:29:24.136" v="865"/>
        <pc:sldMkLst>
          <pc:docMk/>
          <pc:sldMk cId="2272786807" sldId="273"/>
        </pc:sldMkLst>
      </pc:sldChg>
    </pc:docChg>
  </pc:docChgLst>
  <pc:docChgLst>
    <pc:chgData name="Samuel Pelage" userId="54db4591437a0f12" providerId="Windows Live" clId="Web-{1E14E0D0-B939-4C3C-93AB-0710C4FC0B7B}"/>
    <pc:docChg chg="addSld delSld modSld">
      <pc:chgData name="Samuel Pelage" userId="54db4591437a0f12" providerId="Windows Live" clId="Web-{1E14E0D0-B939-4C3C-93AB-0710C4FC0B7B}" dt="2024-07-30T13:52:25.191" v="734"/>
      <pc:docMkLst>
        <pc:docMk/>
      </pc:docMkLst>
      <pc:sldChg chg="modSp">
        <pc:chgData name="Samuel Pelage" userId="54db4591437a0f12" providerId="Windows Live" clId="Web-{1E14E0D0-B939-4C3C-93AB-0710C4FC0B7B}" dt="2024-07-30T13:20:52.304" v="27" actId="1076"/>
        <pc:sldMkLst>
          <pc:docMk/>
          <pc:sldMk cId="3784089036" sldId="256"/>
        </pc:sldMkLst>
        <pc:spChg chg="mod">
          <ac:chgData name="Samuel Pelage" userId="54db4591437a0f12" providerId="Windows Live" clId="Web-{1E14E0D0-B939-4C3C-93AB-0710C4FC0B7B}" dt="2024-07-30T13:20:52.304" v="27" actId="1076"/>
          <ac:spMkLst>
            <pc:docMk/>
            <pc:sldMk cId="3784089036" sldId="256"/>
            <ac:spMk id="2" creationId="{00000000-0000-0000-0000-000000000000}"/>
          </ac:spMkLst>
        </pc:spChg>
      </pc:sldChg>
      <pc:sldChg chg="modSp new">
        <pc:chgData name="Samuel Pelage" userId="54db4591437a0f12" providerId="Windows Live" clId="Web-{1E14E0D0-B939-4C3C-93AB-0710C4FC0B7B}" dt="2024-07-30T13:24:12.717" v="107" actId="20577"/>
        <pc:sldMkLst>
          <pc:docMk/>
          <pc:sldMk cId="296994583" sldId="257"/>
        </pc:sldMkLst>
        <pc:spChg chg="mod">
          <ac:chgData name="Samuel Pelage" userId="54db4591437a0f12" providerId="Windows Live" clId="Web-{1E14E0D0-B939-4C3C-93AB-0710C4FC0B7B}" dt="2024-07-30T13:22:04.697" v="39" actId="20577"/>
          <ac:spMkLst>
            <pc:docMk/>
            <pc:sldMk cId="296994583" sldId="257"/>
            <ac:spMk id="2" creationId="{23326A1C-B79C-47BE-AE31-B40150D48513}"/>
          </ac:spMkLst>
        </pc:spChg>
        <pc:spChg chg="mod">
          <ac:chgData name="Samuel Pelage" userId="54db4591437a0f12" providerId="Windows Live" clId="Web-{1E14E0D0-B939-4C3C-93AB-0710C4FC0B7B}" dt="2024-07-30T13:24:12.717" v="107" actId="20577"/>
          <ac:spMkLst>
            <pc:docMk/>
            <pc:sldMk cId="296994583" sldId="257"/>
            <ac:spMk id="3" creationId="{ED13898E-627B-38E4-9FB5-22C36905E9BB}"/>
          </ac:spMkLst>
        </pc:spChg>
      </pc:sldChg>
      <pc:sldChg chg="modSp new">
        <pc:chgData name="Samuel Pelage" userId="54db4591437a0f12" providerId="Windows Live" clId="Web-{1E14E0D0-B939-4C3C-93AB-0710C4FC0B7B}" dt="2024-07-30T13:39:15.104" v="383" actId="20577"/>
        <pc:sldMkLst>
          <pc:docMk/>
          <pc:sldMk cId="1174786161" sldId="258"/>
        </pc:sldMkLst>
        <pc:spChg chg="mod">
          <ac:chgData name="Samuel Pelage" userId="54db4591437a0f12" providerId="Windows Live" clId="Web-{1E14E0D0-B939-4C3C-93AB-0710C4FC0B7B}" dt="2024-07-30T13:25:01.124" v="125" actId="20577"/>
          <ac:spMkLst>
            <pc:docMk/>
            <pc:sldMk cId="1174786161" sldId="258"/>
            <ac:spMk id="2" creationId="{6A1C2904-BE1C-097E-6C56-1CE500E7B7BE}"/>
          </ac:spMkLst>
        </pc:spChg>
        <pc:spChg chg="mod">
          <ac:chgData name="Samuel Pelage" userId="54db4591437a0f12" providerId="Windows Live" clId="Web-{1E14E0D0-B939-4C3C-93AB-0710C4FC0B7B}" dt="2024-07-30T13:39:15.104" v="383" actId="20577"/>
          <ac:spMkLst>
            <pc:docMk/>
            <pc:sldMk cId="1174786161" sldId="258"/>
            <ac:spMk id="3" creationId="{97A687BB-6F6B-4C11-9B1F-CB9AF3B945C2}"/>
          </ac:spMkLst>
        </pc:spChg>
      </pc:sldChg>
      <pc:sldChg chg="modSp new">
        <pc:chgData name="Samuel Pelage" userId="54db4591437a0f12" providerId="Windows Live" clId="Web-{1E14E0D0-B939-4C3C-93AB-0710C4FC0B7B}" dt="2024-07-30T13:48:40.699" v="683" actId="20577"/>
        <pc:sldMkLst>
          <pc:docMk/>
          <pc:sldMk cId="2911285286" sldId="259"/>
        </pc:sldMkLst>
        <pc:spChg chg="mod">
          <ac:chgData name="Samuel Pelage" userId="54db4591437a0f12" providerId="Windows Live" clId="Web-{1E14E0D0-B939-4C3C-93AB-0710C4FC0B7B}" dt="2024-07-30T13:39:46.886" v="409" actId="20577"/>
          <ac:spMkLst>
            <pc:docMk/>
            <pc:sldMk cId="2911285286" sldId="259"/>
            <ac:spMk id="2" creationId="{78A0DF47-C35F-A63E-962F-277F1010FD54}"/>
          </ac:spMkLst>
        </pc:spChg>
        <pc:spChg chg="mod">
          <ac:chgData name="Samuel Pelage" userId="54db4591437a0f12" providerId="Windows Live" clId="Web-{1E14E0D0-B939-4C3C-93AB-0710C4FC0B7B}" dt="2024-07-30T13:48:40.699" v="683" actId="20577"/>
          <ac:spMkLst>
            <pc:docMk/>
            <pc:sldMk cId="2911285286" sldId="259"/>
            <ac:spMk id="3" creationId="{3C058674-0E4F-C971-D9A4-A20E42C34C4A}"/>
          </ac:spMkLst>
        </pc:spChg>
      </pc:sldChg>
      <pc:sldChg chg="modSp new">
        <pc:chgData name="Samuel Pelage" userId="54db4591437a0f12" providerId="Windows Live" clId="Web-{1E14E0D0-B939-4C3C-93AB-0710C4FC0B7B}" dt="2024-07-30T13:51:06.923" v="732" actId="20577"/>
        <pc:sldMkLst>
          <pc:docMk/>
          <pc:sldMk cId="3706700805" sldId="260"/>
        </pc:sldMkLst>
        <pc:spChg chg="mod">
          <ac:chgData name="Samuel Pelage" userId="54db4591437a0f12" providerId="Windows Live" clId="Web-{1E14E0D0-B939-4C3C-93AB-0710C4FC0B7B}" dt="2024-07-30T13:49:43.858" v="722" actId="20577"/>
          <ac:spMkLst>
            <pc:docMk/>
            <pc:sldMk cId="3706700805" sldId="260"/>
            <ac:spMk id="2" creationId="{7C0B8869-37E8-417B-1684-60A64A7CB016}"/>
          </ac:spMkLst>
        </pc:spChg>
        <pc:spChg chg="mod">
          <ac:chgData name="Samuel Pelage" userId="54db4591437a0f12" providerId="Windows Live" clId="Web-{1E14E0D0-B939-4C3C-93AB-0710C4FC0B7B}" dt="2024-07-30T13:51:06.923" v="732" actId="20577"/>
          <ac:spMkLst>
            <pc:docMk/>
            <pc:sldMk cId="3706700805" sldId="260"/>
            <ac:spMk id="3" creationId="{EF5AAC05-B49B-30E0-2302-03DD8B369291}"/>
          </ac:spMkLst>
        </pc:spChg>
      </pc:sldChg>
      <pc:sldChg chg="new del">
        <pc:chgData name="Samuel Pelage" userId="54db4591437a0f12" providerId="Windows Live" clId="Web-{1E14E0D0-B939-4C3C-93AB-0710C4FC0B7B}" dt="2024-07-30T13:52:25.191" v="734"/>
        <pc:sldMkLst>
          <pc:docMk/>
          <pc:sldMk cId="2800960573" sldId="261"/>
        </pc:sldMkLst>
      </pc:sldChg>
    </pc:docChg>
  </pc:docChgLst>
  <pc:docChgLst>
    <pc:chgData name="Samuel Pelage" userId="54db4591437a0f12" providerId="Windows Live" clId="Web-{1C62439F-FE1E-4021-97C3-BDC364203E4D}"/>
    <pc:docChg chg="modSld">
      <pc:chgData name="Samuel Pelage" userId="54db4591437a0f12" providerId="Windows Live" clId="Web-{1C62439F-FE1E-4021-97C3-BDC364203E4D}" dt="2024-08-25T01:00:52.504" v="16" actId="20577"/>
      <pc:docMkLst>
        <pc:docMk/>
      </pc:docMkLst>
      <pc:sldChg chg="modSp">
        <pc:chgData name="Samuel Pelage" userId="54db4591437a0f12" providerId="Windows Live" clId="Web-{1C62439F-FE1E-4021-97C3-BDC364203E4D}" dt="2024-08-25T01:00:52.504" v="16" actId="20577"/>
        <pc:sldMkLst>
          <pc:docMk/>
          <pc:sldMk cId="2911285286" sldId="259"/>
        </pc:sldMkLst>
        <pc:spChg chg="mod">
          <ac:chgData name="Samuel Pelage" userId="54db4591437a0f12" providerId="Windows Live" clId="Web-{1C62439F-FE1E-4021-97C3-BDC364203E4D}" dt="2024-08-25T01:00:52.504" v="16" actId="20577"/>
          <ac:spMkLst>
            <pc:docMk/>
            <pc:sldMk cId="2911285286" sldId="259"/>
            <ac:spMk id="2" creationId="{78A0DF47-C35F-A63E-962F-277F1010FD54}"/>
          </ac:spMkLst>
        </pc:spChg>
      </pc:sldChg>
      <pc:sldChg chg="modSp">
        <pc:chgData name="Samuel Pelage" userId="54db4591437a0f12" providerId="Windows Live" clId="Web-{1C62439F-FE1E-4021-97C3-BDC364203E4D}" dt="2024-08-25T00:59:02.782" v="13" actId="1076"/>
        <pc:sldMkLst>
          <pc:docMk/>
          <pc:sldMk cId="3706700805" sldId="260"/>
        </pc:sldMkLst>
        <pc:spChg chg="mod">
          <ac:chgData name="Samuel Pelage" userId="54db4591437a0f12" providerId="Windows Live" clId="Web-{1C62439F-FE1E-4021-97C3-BDC364203E4D}" dt="2024-08-25T00:59:02.782" v="13" actId="1076"/>
          <ac:spMkLst>
            <pc:docMk/>
            <pc:sldMk cId="3706700805" sldId="260"/>
            <ac:spMk id="3" creationId="{EF5AAC05-B49B-30E0-2302-03DD8B369291}"/>
          </ac:spMkLst>
        </pc:spChg>
      </pc:sldChg>
      <pc:sldChg chg="modSp">
        <pc:chgData name="Samuel Pelage" userId="54db4591437a0f12" providerId="Windows Live" clId="Web-{1C62439F-FE1E-4021-97C3-BDC364203E4D}" dt="2024-08-25T00:59:24.767" v="14" actId="1076"/>
        <pc:sldMkLst>
          <pc:docMk/>
          <pc:sldMk cId="2758329969" sldId="267"/>
        </pc:sldMkLst>
        <pc:spChg chg="mod">
          <ac:chgData name="Samuel Pelage" userId="54db4591437a0f12" providerId="Windows Live" clId="Web-{1C62439F-FE1E-4021-97C3-BDC364203E4D}" dt="2024-08-25T00:59:24.767" v="14" actId="1076"/>
          <ac:spMkLst>
            <pc:docMk/>
            <pc:sldMk cId="2758329969" sldId="267"/>
            <ac:spMk id="3" creationId="{C5E4E38E-5840-D3D2-20C8-E17F9D1335F5}"/>
          </ac:spMkLst>
        </pc:spChg>
      </pc:sldChg>
      <pc:sldChg chg="delSp modSp">
        <pc:chgData name="Samuel Pelage" userId="54db4591437a0f12" providerId="Windows Live" clId="Web-{1C62439F-FE1E-4021-97C3-BDC364203E4D}" dt="2024-08-25T00:58:46.485" v="11" actId="1076"/>
        <pc:sldMkLst>
          <pc:docMk/>
          <pc:sldMk cId="2643064778" sldId="268"/>
        </pc:sldMkLst>
        <pc:spChg chg="del">
          <ac:chgData name="Samuel Pelage" userId="54db4591437a0f12" providerId="Windows Live" clId="Web-{1C62439F-FE1E-4021-97C3-BDC364203E4D}" dt="2024-08-25T00:56:42.622" v="0"/>
          <ac:spMkLst>
            <pc:docMk/>
            <pc:sldMk cId="2643064778" sldId="268"/>
            <ac:spMk id="2" creationId="{EEB6E93F-818D-5AF7-E3C9-80858AC217D2}"/>
          </ac:spMkLst>
        </pc:spChg>
        <pc:spChg chg="mod">
          <ac:chgData name="Samuel Pelage" userId="54db4591437a0f12" providerId="Windows Live" clId="Web-{1C62439F-FE1E-4021-97C3-BDC364203E4D}" dt="2024-08-25T00:58:46.485" v="11" actId="1076"/>
          <ac:spMkLst>
            <pc:docMk/>
            <pc:sldMk cId="2643064778" sldId="268"/>
            <ac:spMk id="3" creationId="{0E2D8A81-5223-9066-C0CF-38DFCE68B530}"/>
          </ac:spMkLst>
        </pc:spChg>
      </pc:sldChg>
      <pc:sldChg chg="modSp">
        <pc:chgData name="Samuel Pelage" userId="54db4591437a0f12" providerId="Windows Live" clId="Web-{1C62439F-FE1E-4021-97C3-BDC364203E4D}" dt="2024-08-25T00:58:24.219" v="9" actId="1076"/>
        <pc:sldMkLst>
          <pc:docMk/>
          <pc:sldMk cId="1503171627" sldId="269"/>
        </pc:sldMkLst>
        <pc:spChg chg="mod">
          <ac:chgData name="Samuel Pelage" userId="54db4591437a0f12" providerId="Windows Live" clId="Web-{1C62439F-FE1E-4021-97C3-BDC364203E4D}" dt="2024-08-25T00:58:24.219" v="9" actId="1076"/>
          <ac:spMkLst>
            <pc:docMk/>
            <pc:sldMk cId="1503171627" sldId="269"/>
            <ac:spMk id="3" creationId="{C844F94D-5879-2198-730D-510F059F9C04}"/>
          </ac:spMkLst>
        </pc:spChg>
      </pc:sldChg>
    </pc:docChg>
  </pc:docChgLst>
  <pc:docChgLst>
    <pc:chgData name="Samuel Pelage" userId="54db4591437a0f12" providerId="Windows Live" clId="Web-{CE36A129-F0F8-4E1C-B25C-AA10D16ED10D}"/>
    <pc:docChg chg="addSld modSld">
      <pc:chgData name="Samuel Pelage" userId="54db4591437a0f12" providerId="Windows Live" clId="Web-{CE36A129-F0F8-4E1C-B25C-AA10D16ED10D}" dt="2024-08-04T01:00:55.797" v="66" actId="20577"/>
      <pc:docMkLst>
        <pc:docMk/>
      </pc:docMkLst>
      <pc:sldChg chg="modSp">
        <pc:chgData name="Samuel Pelage" userId="54db4591437a0f12" providerId="Windows Live" clId="Web-{CE36A129-F0F8-4E1C-B25C-AA10D16ED10D}" dt="2024-08-04T01:00:55.797" v="66" actId="20577"/>
        <pc:sldMkLst>
          <pc:docMk/>
          <pc:sldMk cId="2911285286" sldId="259"/>
        </pc:sldMkLst>
        <pc:spChg chg="mod">
          <ac:chgData name="Samuel Pelage" userId="54db4591437a0f12" providerId="Windows Live" clId="Web-{CE36A129-F0F8-4E1C-B25C-AA10D16ED10D}" dt="2024-08-04T01:00:55.797" v="66" actId="20577"/>
          <ac:spMkLst>
            <pc:docMk/>
            <pc:sldMk cId="2911285286" sldId="259"/>
            <ac:spMk id="2" creationId="{78A0DF47-C35F-A63E-962F-277F1010FD54}"/>
          </ac:spMkLst>
        </pc:spChg>
      </pc:sldChg>
      <pc:sldChg chg="modSp">
        <pc:chgData name="Samuel Pelage" userId="54db4591437a0f12" providerId="Windows Live" clId="Web-{CE36A129-F0F8-4E1C-B25C-AA10D16ED10D}" dt="2024-08-04T00:40:17.417" v="31" actId="20577"/>
        <pc:sldMkLst>
          <pc:docMk/>
          <pc:sldMk cId="2762192782" sldId="261"/>
        </pc:sldMkLst>
        <pc:spChg chg="mod">
          <ac:chgData name="Samuel Pelage" userId="54db4591437a0f12" providerId="Windows Live" clId="Web-{CE36A129-F0F8-4E1C-B25C-AA10D16ED10D}" dt="2024-08-04T00:40:17.417" v="31" actId="20577"/>
          <ac:spMkLst>
            <pc:docMk/>
            <pc:sldMk cId="2762192782" sldId="261"/>
            <ac:spMk id="11" creationId="{75D950EA-5BF6-8239-8FB9-CB0049C34C0A}"/>
          </ac:spMkLst>
        </pc:spChg>
      </pc:sldChg>
      <pc:sldChg chg="addSp delSp modSp new mod setBg">
        <pc:chgData name="Samuel Pelage" userId="54db4591437a0f12" providerId="Windows Live" clId="Web-{CE36A129-F0F8-4E1C-B25C-AA10D16ED10D}" dt="2024-08-04T00:56:00.351" v="35"/>
        <pc:sldMkLst>
          <pc:docMk/>
          <pc:sldMk cId="3838354448" sldId="262"/>
        </pc:sldMkLst>
        <pc:spChg chg="mod">
          <ac:chgData name="Samuel Pelage" userId="54db4591437a0f12" providerId="Windows Live" clId="Web-{CE36A129-F0F8-4E1C-B25C-AA10D16ED10D}" dt="2024-08-04T00:55:27.850" v="34"/>
          <ac:spMkLst>
            <pc:docMk/>
            <pc:sldMk cId="3838354448" sldId="262"/>
            <ac:spMk id="2" creationId="{354F41AF-429A-67B4-4962-BC665A0DEE4A}"/>
          </ac:spMkLst>
        </pc:spChg>
        <pc:spChg chg="del">
          <ac:chgData name="Samuel Pelage" userId="54db4591437a0f12" providerId="Windows Live" clId="Web-{CE36A129-F0F8-4E1C-B25C-AA10D16ED10D}" dt="2024-08-04T00:55:20.678" v="33"/>
          <ac:spMkLst>
            <pc:docMk/>
            <pc:sldMk cId="3838354448" sldId="262"/>
            <ac:spMk id="3" creationId="{49C4E9B1-B547-BE15-2AAD-224E1240ADD8}"/>
          </ac:spMkLst>
        </pc:spChg>
        <pc:spChg chg="add">
          <ac:chgData name="Samuel Pelage" userId="54db4591437a0f12" providerId="Windows Live" clId="Web-{CE36A129-F0F8-4E1C-B25C-AA10D16ED10D}" dt="2024-08-04T00:55:27.850" v="34"/>
          <ac:spMkLst>
            <pc:docMk/>
            <pc:sldMk cId="3838354448" sldId="262"/>
            <ac:spMk id="8" creationId="{2AADBC8E-247E-03CB-BC67-FC1689F29F4F}"/>
          </ac:spMkLst>
        </pc:spChg>
        <pc:picChg chg="add mod ord">
          <ac:chgData name="Samuel Pelage" userId="54db4591437a0f12" providerId="Windows Live" clId="Web-{CE36A129-F0F8-4E1C-B25C-AA10D16ED10D}" dt="2024-08-04T00:55:27.850" v="34"/>
          <ac:picMkLst>
            <pc:docMk/>
            <pc:sldMk cId="3838354448" sldId="262"/>
            <ac:picMk id="4" creationId="{48357A6B-E5E6-3CAB-4D71-8C9F330D300F}"/>
          </ac:picMkLst>
        </pc:picChg>
      </pc:sldChg>
      <pc:sldChg chg="addSp delSp modSp new mod setBg">
        <pc:chgData name="Samuel Pelage" userId="54db4591437a0f12" providerId="Windows Live" clId="Web-{CE36A129-F0F8-4E1C-B25C-AA10D16ED10D}" dt="2024-08-04T00:57:08.775" v="39"/>
        <pc:sldMkLst>
          <pc:docMk/>
          <pc:sldMk cId="4188510469" sldId="263"/>
        </pc:sldMkLst>
        <pc:spChg chg="mod">
          <ac:chgData name="Samuel Pelage" userId="54db4591437a0f12" providerId="Windows Live" clId="Web-{CE36A129-F0F8-4E1C-B25C-AA10D16ED10D}" dt="2024-08-04T00:56:41.508" v="38"/>
          <ac:spMkLst>
            <pc:docMk/>
            <pc:sldMk cId="4188510469" sldId="263"/>
            <ac:spMk id="2" creationId="{8252E879-ED84-87A2-5297-BBA693C6B81E}"/>
          </ac:spMkLst>
        </pc:spChg>
        <pc:spChg chg="del">
          <ac:chgData name="Samuel Pelage" userId="54db4591437a0f12" providerId="Windows Live" clId="Web-{CE36A129-F0F8-4E1C-B25C-AA10D16ED10D}" dt="2024-08-04T00:56:33.524" v="37"/>
          <ac:spMkLst>
            <pc:docMk/>
            <pc:sldMk cId="4188510469" sldId="263"/>
            <ac:spMk id="3" creationId="{6CC8E942-44D9-7453-9709-CBAEF48FDDA4}"/>
          </ac:spMkLst>
        </pc:spChg>
        <pc:spChg chg="add">
          <ac:chgData name="Samuel Pelage" userId="54db4591437a0f12" providerId="Windows Live" clId="Web-{CE36A129-F0F8-4E1C-B25C-AA10D16ED10D}" dt="2024-08-04T00:56:41.508" v="38"/>
          <ac:spMkLst>
            <pc:docMk/>
            <pc:sldMk cId="4188510469" sldId="263"/>
            <ac:spMk id="8" creationId="{8C8040C1-039F-03E4-D66C-8C3369ADD72B}"/>
          </ac:spMkLst>
        </pc:spChg>
        <pc:picChg chg="add mod ord">
          <ac:chgData name="Samuel Pelage" userId="54db4591437a0f12" providerId="Windows Live" clId="Web-{CE36A129-F0F8-4E1C-B25C-AA10D16ED10D}" dt="2024-08-04T00:56:41.508" v="38"/>
          <ac:picMkLst>
            <pc:docMk/>
            <pc:sldMk cId="4188510469" sldId="263"/>
            <ac:picMk id="4" creationId="{C888968F-6B03-F8D9-67B1-E76531E7E412}"/>
          </ac:picMkLst>
        </pc:picChg>
      </pc:sldChg>
      <pc:sldChg chg="addSp delSp modSp new mod setBg">
        <pc:chgData name="Samuel Pelage" userId="54db4591437a0f12" providerId="Windows Live" clId="Web-{CE36A129-F0F8-4E1C-B25C-AA10D16ED10D}" dt="2024-08-04T00:58:32.636" v="45"/>
        <pc:sldMkLst>
          <pc:docMk/>
          <pc:sldMk cId="378492099" sldId="264"/>
        </pc:sldMkLst>
        <pc:spChg chg="mod">
          <ac:chgData name="Samuel Pelage" userId="54db4591437a0f12" providerId="Windows Live" clId="Web-{CE36A129-F0F8-4E1C-B25C-AA10D16ED10D}" dt="2024-08-04T00:58:21.339" v="44"/>
          <ac:spMkLst>
            <pc:docMk/>
            <pc:sldMk cId="378492099" sldId="264"/>
            <ac:spMk id="2" creationId="{CD0D9352-E2EA-30F0-D98C-C15066EE7F2B}"/>
          </ac:spMkLst>
        </pc:spChg>
        <pc:spChg chg="del">
          <ac:chgData name="Samuel Pelage" userId="54db4591437a0f12" providerId="Windows Live" clId="Web-{CE36A129-F0F8-4E1C-B25C-AA10D16ED10D}" dt="2024-08-04T00:57:35.072" v="41"/>
          <ac:spMkLst>
            <pc:docMk/>
            <pc:sldMk cId="378492099" sldId="264"/>
            <ac:spMk id="3" creationId="{57758C09-3BD7-A49B-855C-229021D2B7AD}"/>
          </ac:spMkLst>
        </pc:spChg>
        <pc:spChg chg="add">
          <ac:chgData name="Samuel Pelage" userId="54db4591437a0f12" providerId="Windows Live" clId="Web-{CE36A129-F0F8-4E1C-B25C-AA10D16ED10D}" dt="2024-08-04T00:58:21.339" v="44"/>
          <ac:spMkLst>
            <pc:docMk/>
            <pc:sldMk cId="378492099" sldId="264"/>
            <ac:spMk id="8" creationId="{B2CF3A0C-9F57-D43F-624B-E361C078C41E}"/>
          </ac:spMkLst>
        </pc:spChg>
        <pc:picChg chg="add mod ord">
          <ac:chgData name="Samuel Pelage" userId="54db4591437a0f12" providerId="Windows Live" clId="Web-{CE36A129-F0F8-4E1C-B25C-AA10D16ED10D}" dt="2024-08-04T00:58:21.339" v="44"/>
          <ac:picMkLst>
            <pc:docMk/>
            <pc:sldMk cId="378492099" sldId="264"/>
            <ac:picMk id="4" creationId="{DEB92239-D269-9B52-4105-D44E490A36F1}"/>
          </ac:picMkLst>
        </pc:picChg>
      </pc:sldChg>
      <pc:sldChg chg="addSp delSp modSp new mod setBg">
        <pc:chgData name="Samuel Pelage" userId="54db4591437a0f12" providerId="Windows Live" clId="Web-{CE36A129-F0F8-4E1C-B25C-AA10D16ED10D}" dt="2024-08-04T00:59:19.856" v="49"/>
        <pc:sldMkLst>
          <pc:docMk/>
          <pc:sldMk cId="2928415205" sldId="265"/>
        </pc:sldMkLst>
        <pc:spChg chg="mod">
          <ac:chgData name="Samuel Pelage" userId="54db4591437a0f12" providerId="Windows Live" clId="Web-{CE36A129-F0F8-4E1C-B25C-AA10D16ED10D}" dt="2024-08-04T00:59:11.653" v="48"/>
          <ac:spMkLst>
            <pc:docMk/>
            <pc:sldMk cId="2928415205" sldId="265"/>
            <ac:spMk id="2" creationId="{8FF06815-BA69-D0D4-025D-39F08D68AE21}"/>
          </ac:spMkLst>
        </pc:spChg>
        <pc:spChg chg="del">
          <ac:chgData name="Samuel Pelage" userId="54db4591437a0f12" providerId="Windows Live" clId="Web-{CE36A129-F0F8-4E1C-B25C-AA10D16ED10D}" dt="2024-08-04T00:59:00.965" v="47"/>
          <ac:spMkLst>
            <pc:docMk/>
            <pc:sldMk cId="2928415205" sldId="265"/>
            <ac:spMk id="3" creationId="{A1B675B3-A411-FB52-C664-A1FE19DE9051}"/>
          </ac:spMkLst>
        </pc:spChg>
        <pc:spChg chg="add">
          <ac:chgData name="Samuel Pelage" userId="54db4591437a0f12" providerId="Windows Live" clId="Web-{CE36A129-F0F8-4E1C-B25C-AA10D16ED10D}" dt="2024-08-04T00:59:11.653" v="48"/>
          <ac:spMkLst>
            <pc:docMk/>
            <pc:sldMk cId="2928415205" sldId="265"/>
            <ac:spMk id="8" creationId="{744A6DAB-8C47-C15C-137C-ABE6A8724C05}"/>
          </ac:spMkLst>
        </pc:spChg>
        <pc:picChg chg="add mod ord">
          <ac:chgData name="Samuel Pelage" userId="54db4591437a0f12" providerId="Windows Live" clId="Web-{CE36A129-F0F8-4E1C-B25C-AA10D16ED10D}" dt="2024-08-04T00:59:11.653" v="48"/>
          <ac:picMkLst>
            <pc:docMk/>
            <pc:sldMk cId="2928415205" sldId="265"/>
            <ac:picMk id="4" creationId="{15B4D3DF-68C4-8812-6071-55F9DA8B2885}"/>
          </ac:picMkLst>
        </pc:picChg>
      </pc:sldChg>
      <pc:sldChg chg="modSp new">
        <pc:chgData name="Samuel Pelage" userId="54db4591437a0f12" providerId="Windows Live" clId="Web-{CE36A129-F0F8-4E1C-B25C-AA10D16ED10D}" dt="2024-08-04T01:00:19.264" v="60" actId="20577"/>
        <pc:sldMkLst>
          <pc:docMk/>
          <pc:sldMk cId="3638817621" sldId="266"/>
        </pc:sldMkLst>
        <pc:spChg chg="mod">
          <ac:chgData name="Samuel Pelage" userId="54db4591437a0f12" providerId="Windows Live" clId="Web-{CE36A129-F0F8-4E1C-B25C-AA10D16ED10D}" dt="2024-08-04T01:00:19.264" v="60" actId="20577"/>
          <ac:spMkLst>
            <pc:docMk/>
            <pc:sldMk cId="3638817621" sldId="266"/>
            <ac:spMk id="2" creationId="{B9E1D263-3195-1E4A-9861-E8152248B077}"/>
          </ac:spMkLst>
        </pc:spChg>
      </pc:sldChg>
    </pc:docChg>
  </pc:docChgLst>
  <pc:docChgLst>
    <pc:chgData name="Samuel Pelage" userId="54db4591437a0f12" providerId="Windows Live" clId="Web-{F077D261-832C-43E8-BA47-B34C6DCBE3AF}"/>
    <pc:docChg chg="modSld">
      <pc:chgData name="Samuel Pelage" userId="54db4591437a0f12" providerId="Windows Live" clId="Web-{F077D261-832C-43E8-BA47-B34C6DCBE3AF}" dt="2024-08-05T12:18:51.491" v="418" actId="14100"/>
      <pc:docMkLst>
        <pc:docMk/>
      </pc:docMkLst>
      <pc:sldChg chg="modSp">
        <pc:chgData name="Samuel Pelage" userId="54db4591437a0f12" providerId="Windows Live" clId="Web-{F077D261-832C-43E8-BA47-B34C6DCBE3AF}" dt="2024-08-05T12:18:51.491" v="418" actId="14100"/>
        <pc:sldMkLst>
          <pc:docMk/>
          <pc:sldMk cId="3784089036" sldId="256"/>
        </pc:sldMkLst>
        <pc:spChg chg="mod">
          <ac:chgData name="Samuel Pelage" userId="54db4591437a0f12" providerId="Windows Live" clId="Web-{F077D261-832C-43E8-BA47-B34C6DCBE3AF}" dt="2024-08-05T12:18:51.491" v="418" actId="14100"/>
          <ac:spMkLst>
            <pc:docMk/>
            <pc:sldMk cId="3784089036" sldId="256"/>
            <ac:spMk id="2" creationId="{00000000-0000-0000-0000-000000000000}"/>
          </ac:spMkLst>
        </pc:spChg>
      </pc:sldChg>
      <pc:sldChg chg="delSp modSp">
        <pc:chgData name="Samuel Pelage" userId="54db4591437a0f12" providerId="Windows Live" clId="Web-{F077D261-832C-43E8-BA47-B34C6DCBE3AF}" dt="2024-08-05T12:01:01.174" v="340" actId="1076"/>
        <pc:sldMkLst>
          <pc:docMk/>
          <pc:sldMk cId="2911285286" sldId="259"/>
        </pc:sldMkLst>
        <pc:spChg chg="mod">
          <ac:chgData name="Samuel Pelage" userId="54db4591437a0f12" providerId="Windows Live" clId="Web-{F077D261-832C-43E8-BA47-B34C6DCBE3AF}" dt="2024-08-05T12:01:01.174" v="340" actId="1076"/>
          <ac:spMkLst>
            <pc:docMk/>
            <pc:sldMk cId="2911285286" sldId="259"/>
            <ac:spMk id="2" creationId="{78A0DF47-C35F-A63E-962F-277F1010FD54}"/>
          </ac:spMkLst>
        </pc:spChg>
        <pc:spChg chg="del mod">
          <ac:chgData name="Samuel Pelage" userId="54db4591437a0f12" providerId="Windows Live" clId="Web-{F077D261-832C-43E8-BA47-B34C6DCBE3AF}" dt="2024-08-05T12:00:38.392" v="336"/>
          <ac:spMkLst>
            <pc:docMk/>
            <pc:sldMk cId="2911285286" sldId="259"/>
            <ac:spMk id="3" creationId="{3C058674-0E4F-C971-D9A4-A20E42C34C4A}"/>
          </ac:spMkLst>
        </pc:spChg>
      </pc:sldChg>
      <pc:sldChg chg="delSp modSp">
        <pc:chgData name="Samuel Pelage" userId="54db4591437a0f12" providerId="Windows Live" clId="Web-{F077D261-832C-43E8-BA47-B34C6DCBE3AF}" dt="2024-08-05T12:03:25.960" v="364" actId="14100"/>
        <pc:sldMkLst>
          <pc:docMk/>
          <pc:sldMk cId="2762192782" sldId="261"/>
        </pc:sldMkLst>
        <pc:spChg chg="del mod">
          <ac:chgData name="Samuel Pelage" userId="54db4591437a0f12" providerId="Windows Live" clId="Web-{F077D261-832C-43E8-BA47-B34C6DCBE3AF}" dt="2024-08-05T11:51:40.200" v="321"/>
          <ac:spMkLst>
            <pc:docMk/>
            <pc:sldMk cId="2762192782" sldId="261"/>
            <ac:spMk id="2" creationId="{3B37A986-429F-842A-5A00-4808962FE987}"/>
          </ac:spMkLst>
        </pc:spChg>
        <pc:spChg chg="del mod">
          <ac:chgData name="Samuel Pelage" userId="54db4591437a0f12" providerId="Windows Live" clId="Web-{F077D261-832C-43E8-BA47-B34C6DCBE3AF}" dt="2024-08-05T12:01:16.659" v="341"/>
          <ac:spMkLst>
            <pc:docMk/>
            <pc:sldMk cId="2762192782" sldId="261"/>
            <ac:spMk id="11" creationId="{75D950EA-5BF6-8239-8FB9-CB0049C34C0A}"/>
          </ac:spMkLst>
        </pc:spChg>
        <pc:picChg chg="mod modCrop">
          <ac:chgData name="Samuel Pelage" userId="54db4591437a0f12" providerId="Windows Live" clId="Web-{F077D261-832C-43E8-BA47-B34C6DCBE3AF}" dt="2024-08-05T12:03:25.960" v="364" actId="14100"/>
          <ac:picMkLst>
            <pc:docMk/>
            <pc:sldMk cId="2762192782" sldId="261"/>
            <ac:picMk id="7" creationId="{FADE88F8-38B0-46BF-0720-EF7BC8259101}"/>
          </ac:picMkLst>
        </pc:picChg>
      </pc:sldChg>
      <pc:sldChg chg="delSp modSp">
        <pc:chgData name="Samuel Pelage" userId="54db4591437a0f12" providerId="Windows Live" clId="Web-{F077D261-832C-43E8-BA47-B34C6DCBE3AF}" dt="2024-08-05T12:05:11.885" v="375" actId="1076"/>
        <pc:sldMkLst>
          <pc:docMk/>
          <pc:sldMk cId="3838354448" sldId="262"/>
        </pc:sldMkLst>
        <pc:spChg chg="del">
          <ac:chgData name="Samuel Pelage" userId="54db4591437a0f12" providerId="Windows Live" clId="Web-{F077D261-832C-43E8-BA47-B34C6DCBE3AF}" dt="2024-08-05T12:03:49.961" v="365"/>
          <ac:spMkLst>
            <pc:docMk/>
            <pc:sldMk cId="3838354448" sldId="262"/>
            <ac:spMk id="2" creationId="{354F41AF-429A-67B4-4962-BC665A0DEE4A}"/>
          </ac:spMkLst>
        </pc:spChg>
        <pc:spChg chg="del">
          <ac:chgData name="Samuel Pelage" userId="54db4591437a0f12" providerId="Windows Live" clId="Web-{F077D261-832C-43E8-BA47-B34C6DCBE3AF}" dt="2024-08-05T12:03:54.711" v="366"/>
          <ac:spMkLst>
            <pc:docMk/>
            <pc:sldMk cId="3838354448" sldId="262"/>
            <ac:spMk id="8" creationId="{2AADBC8E-247E-03CB-BC67-FC1689F29F4F}"/>
          </ac:spMkLst>
        </pc:spChg>
        <pc:picChg chg="mod modCrop">
          <ac:chgData name="Samuel Pelage" userId="54db4591437a0f12" providerId="Windows Live" clId="Web-{F077D261-832C-43E8-BA47-B34C6DCBE3AF}" dt="2024-08-05T12:05:11.885" v="375" actId="1076"/>
          <ac:picMkLst>
            <pc:docMk/>
            <pc:sldMk cId="3838354448" sldId="262"/>
            <ac:picMk id="4" creationId="{48357A6B-E5E6-3CAB-4D71-8C9F330D300F}"/>
          </ac:picMkLst>
        </pc:picChg>
      </pc:sldChg>
      <pc:sldChg chg="delSp modSp">
        <pc:chgData name="Samuel Pelage" userId="54db4591437a0f12" providerId="Windows Live" clId="Web-{F077D261-832C-43E8-BA47-B34C6DCBE3AF}" dt="2024-08-05T12:15:05.030" v="417" actId="1076"/>
        <pc:sldMkLst>
          <pc:docMk/>
          <pc:sldMk cId="4188510469" sldId="263"/>
        </pc:sldMkLst>
        <pc:spChg chg="del">
          <ac:chgData name="Samuel Pelage" userId="54db4591437a0f12" providerId="Windows Live" clId="Web-{F077D261-832C-43E8-BA47-B34C6DCBE3AF}" dt="2024-08-05T12:05:35.402" v="376"/>
          <ac:spMkLst>
            <pc:docMk/>
            <pc:sldMk cId="4188510469" sldId="263"/>
            <ac:spMk id="2" creationId="{8252E879-ED84-87A2-5297-BBA693C6B81E}"/>
          </ac:spMkLst>
        </pc:spChg>
        <pc:spChg chg="del">
          <ac:chgData name="Samuel Pelage" userId="54db4591437a0f12" providerId="Windows Live" clId="Web-{F077D261-832C-43E8-BA47-B34C6DCBE3AF}" dt="2024-08-05T12:05:39.105" v="377"/>
          <ac:spMkLst>
            <pc:docMk/>
            <pc:sldMk cId="4188510469" sldId="263"/>
            <ac:spMk id="8" creationId="{8C8040C1-039F-03E4-D66C-8C3369ADD72B}"/>
          </ac:spMkLst>
        </pc:spChg>
        <pc:picChg chg="mod modCrop">
          <ac:chgData name="Samuel Pelage" userId="54db4591437a0f12" providerId="Windows Live" clId="Web-{F077D261-832C-43E8-BA47-B34C6DCBE3AF}" dt="2024-08-05T12:15:05.030" v="417" actId="1076"/>
          <ac:picMkLst>
            <pc:docMk/>
            <pc:sldMk cId="4188510469" sldId="263"/>
            <ac:picMk id="4" creationId="{C888968F-6B03-F8D9-67B1-E76531E7E412}"/>
          </ac:picMkLst>
        </pc:picChg>
      </pc:sldChg>
      <pc:sldChg chg="delSp modSp">
        <pc:chgData name="Samuel Pelage" userId="54db4591437a0f12" providerId="Windows Live" clId="Web-{F077D261-832C-43E8-BA47-B34C6DCBE3AF}" dt="2024-08-05T12:14:40.608" v="415" actId="1076"/>
        <pc:sldMkLst>
          <pc:docMk/>
          <pc:sldMk cId="378492099" sldId="264"/>
        </pc:sldMkLst>
        <pc:spChg chg="del">
          <ac:chgData name="Samuel Pelage" userId="54db4591437a0f12" providerId="Windows Live" clId="Web-{F077D261-832C-43E8-BA47-B34C6DCBE3AF}" dt="2024-08-05T12:07:04.014" v="387"/>
          <ac:spMkLst>
            <pc:docMk/>
            <pc:sldMk cId="378492099" sldId="264"/>
            <ac:spMk id="2" creationId="{CD0D9352-E2EA-30F0-D98C-C15066EE7F2B}"/>
          </ac:spMkLst>
        </pc:spChg>
        <pc:spChg chg="del mod">
          <ac:chgData name="Samuel Pelage" userId="54db4591437a0f12" providerId="Windows Live" clId="Web-{F077D261-832C-43E8-BA47-B34C6DCBE3AF}" dt="2024-08-05T12:07:09.889" v="389"/>
          <ac:spMkLst>
            <pc:docMk/>
            <pc:sldMk cId="378492099" sldId="264"/>
            <ac:spMk id="8" creationId="{B2CF3A0C-9F57-D43F-624B-E361C078C41E}"/>
          </ac:spMkLst>
        </pc:spChg>
        <pc:picChg chg="mod modCrop">
          <ac:chgData name="Samuel Pelage" userId="54db4591437a0f12" providerId="Windows Live" clId="Web-{F077D261-832C-43E8-BA47-B34C6DCBE3AF}" dt="2024-08-05T12:14:40.608" v="415" actId="1076"/>
          <ac:picMkLst>
            <pc:docMk/>
            <pc:sldMk cId="378492099" sldId="264"/>
            <ac:picMk id="4" creationId="{DEB92239-D269-9B52-4105-D44E490A36F1}"/>
          </ac:picMkLst>
        </pc:picChg>
      </pc:sldChg>
      <pc:sldChg chg="delSp modSp">
        <pc:chgData name="Samuel Pelage" userId="54db4591437a0f12" providerId="Windows Live" clId="Web-{F077D261-832C-43E8-BA47-B34C6DCBE3AF}" dt="2024-08-05T12:14:19.451" v="412" actId="1076"/>
        <pc:sldMkLst>
          <pc:docMk/>
          <pc:sldMk cId="2928415205" sldId="265"/>
        </pc:sldMkLst>
        <pc:spChg chg="del">
          <ac:chgData name="Samuel Pelage" userId="54db4591437a0f12" providerId="Windows Live" clId="Web-{F077D261-832C-43E8-BA47-B34C6DCBE3AF}" dt="2024-08-05T12:08:21.923" v="399"/>
          <ac:spMkLst>
            <pc:docMk/>
            <pc:sldMk cId="2928415205" sldId="265"/>
            <ac:spMk id="2" creationId="{8FF06815-BA69-D0D4-025D-39F08D68AE21}"/>
          </ac:spMkLst>
        </pc:spChg>
        <pc:spChg chg="del">
          <ac:chgData name="Samuel Pelage" userId="54db4591437a0f12" providerId="Windows Live" clId="Web-{F077D261-832C-43E8-BA47-B34C6DCBE3AF}" dt="2024-08-05T12:08:12.501" v="398"/>
          <ac:spMkLst>
            <pc:docMk/>
            <pc:sldMk cId="2928415205" sldId="265"/>
            <ac:spMk id="8" creationId="{744A6DAB-8C47-C15C-137C-ABE6A8724C05}"/>
          </ac:spMkLst>
        </pc:spChg>
        <pc:picChg chg="mod modCrop">
          <ac:chgData name="Samuel Pelage" userId="54db4591437a0f12" providerId="Windows Live" clId="Web-{F077D261-832C-43E8-BA47-B34C6DCBE3AF}" dt="2024-08-05T12:14:19.451" v="412" actId="1076"/>
          <ac:picMkLst>
            <pc:docMk/>
            <pc:sldMk cId="2928415205" sldId="265"/>
            <ac:picMk id="4" creationId="{15B4D3DF-68C4-8812-6071-55F9DA8B2885}"/>
          </ac:picMkLst>
        </pc:picChg>
      </pc:sldChg>
      <pc:sldChg chg="addSp delSp modSp">
        <pc:chgData name="Samuel Pelage" userId="54db4591437a0f12" providerId="Windows Live" clId="Web-{F077D261-832C-43E8-BA47-B34C6DCBE3AF}" dt="2024-08-05T12:10:03.942" v="410"/>
        <pc:sldMkLst>
          <pc:docMk/>
          <pc:sldMk cId="3638817621" sldId="266"/>
        </pc:sldMkLst>
        <pc:spChg chg="del">
          <ac:chgData name="Samuel Pelage" userId="54db4591437a0f12" providerId="Windows Live" clId="Web-{F077D261-832C-43E8-BA47-B34C6DCBE3AF}" dt="2024-08-04T14:10:12.546" v="0"/>
          <ac:spMkLst>
            <pc:docMk/>
            <pc:sldMk cId="3638817621" sldId="266"/>
            <ac:spMk id="3" creationId="{E2EC26FC-E328-F3A9-9431-0F4160780115}"/>
          </ac:spMkLst>
        </pc:spChg>
        <pc:spChg chg="add del mod">
          <ac:chgData name="Samuel Pelage" userId="54db4591437a0f12" providerId="Windows Live" clId="Web-{F077D261-832C-43E8-BA47-B34C6DCBE3AF}" dt="2024-08-04T14:44:46.785" v="98"/>
          <ac:spMkLst>
            <pc:docMk/>
            <pc:sldMk cId="3638817621" sldId="266"/>
            <ac:spMk id="5" creationId="{0FEDE2F8-E0B6-0035-7F93-C89093C7A9A5}"/>
          </ac:spMkLst>
        </pc:spChg>
        <pc:spChg chg="add del mod">
          <ac:chgData name="Samuel Pelage" userId="54db4591437a0f12" providerId="Windows Live" clId="Web-{F077D261-832C-43E8-BA47-B34C6DCBE3AF}" dt="2024-08-04T19:14:45.449" v="139"/>
          <ac:spMkLst>
            <pc:docMk/>
            <pc:sldMk cId="3638817621" sldId="266"/>
            <ac:spMk id="5" creationId="{67E374CD-9D1D-167B-8654-1BC09F5942CB}"/>
          </ac:spMkLst>
        </pc:spChg>
        <pc:spChg chg="add del mod">
          <ac:chgData name="Samuel Pelage" userId="54db4591437a0f12" providerId="Windows Live" clId="Web-{F077D261-832C-43E8-BA47-B34C6DCBE3AF}" dt="2024-08-04T19:15:36.826" v="142"/>
          <ac:spMkLst>
            <pc:docMk/>
            <pc:sldMk cId="3638817621" sldId="266"/>
            <ac:spMk id="8" creationId="{219F7FA8-93BB-F4A8-7920-FCE9DAD73BC4}"/>
          </ac:spMkLst>
        </pc:spChg>
        <pc:spChg chg="add del mod">
          <ac:chgData name="Samuel Pelage" userId="54db4591437a0f12" providerId="Windows Live" clId="Web-{F077D261-832C-43E8-BA47-B34C6DCBE3AF}" dt="2024-08-04T19:17:43.985" v="268"/>
          <ac:spMkLst>
            <pc:docMk/>
            <pc:sldMk cId="3638817621" sldId="266"/>
            <ac:spMk id="11" creationId="{8E2425D3-2D95-E3A6-8160-1DC6FFE45AF1}"/>
          </ac:spMkLst>
        </pc:spChg>
        <pc:graphicFrameChg chg="add del mod ord modGraphic">
          <ac:chgData name="Samuel Pelage" userId="54db4591437a0f12" providerId="Windows Live" clId="Web-{F077D261-832C-43E8-BA47-B34C6DCBE3AF}" dt="2024-08-04T19:14:29.230" v="138"/>
          <ac:graphicFrameMkLst>
            <pc:docMk/>
            <pc:sldMk cId="3638817621" sldId="266"/>
            <ac:graphicFrameMk id="4" creationId="{33FCB420-0F98-473E-9E9A-049BA542BF93}"/>
          </ac:graphicFrameMkLst>
        </pc:graphicFrameChg>
        <pc:graphicFrameChg chg="add del mod ord modGraphic">
          <ac:chgData name="Samuel Pelage" userId="54db4591437a0f12" providerId="Windows Live" clId="Web-{F077D261-832C-43E8-BA47-B34C6DCBE3AF}" dt="2024-08-04T19:15:25.560" v="141"/>
          <ac:graphicFrameMkLst>
            <pc:docMk/>
            <pc:sldMk cId="3638817621" sldId="266"/>
            <ac:graphicFrameMk id="6" creationId="{FDCE1838-457D-9803-B962-929F3FEFE001}"/>
          </ac:graphicFrameMkLst>
        </pc:graphicFrameChg>
        <pc:graphicFrameChg chg="add del mod ord modGraphic">
          <ac:chgData name="Samuel Pelage" userId="54db4591437a0f12" providerId="Windows Live" clId="Web-{F077D261-832C-43E8-BA47-B34C6DCBE3AF}" dt="2024-08-05T12:10:03.942" v="410"/>
          <ac:graphicFrameMkLst>
            <pc:docMk/>
            <pc:sldMk cId="3638817621" sldId="266"/>
            <ac:graphicFrameMk id="9" creationId="{7DB09E27-7F39-9644-6CFD-39E1DD938080}"/>
          </ac:graphicFrameMkLst>
        </pc:graphicFrameChg>
      </pc:sldChg>
    </pc:docChg>
  </pc:docChgLst>
  <pc:docChgLst>
    <pc:chgData name="Samuel Pelage" userId="54db4591437a0f12" providerId="Windows Live" clId="Web-{BF594B4B-78E1-4432-8D8A-FBB41F436F50}"/>
    <pc:docChg chg="addSld delSld">
      <pc:chgData name="Samuel Pelage" userId="54db4591437a0f12" providerId="Windows Live" clId="Web-{BF594B4B-78E1-4432-8D8A-FBB41F436F50}" dt="2024-08-25T17:54:51.949" v="1"/>
      <pc:docMkLst>
        <pc:docMk/>
      </pc:docMkLst>
      <pc:sldChg chg="new del">
        <pc:chgData name="Samuel Pelage" userId="54db4591437a0f12" providerId="Windows Live" clId="Web-{BF594B4B-78E1-4432-8D8A-FBB41F436F50}" dt="2024-08-25T17:54:51.949" v="1"/>
        <pc:sldMkLst>
          <pc:docMk/>
          <pc:sldMk cId="1129756926" sldId="274"/>
        </pc:sldMkLst>
      </pc:sldChg>
    </pc:docChg>
  </pc:docChgLst>
  <pc:docChgLst>
    <pc:chgData name="Samuel Pelage" userId="54db4591437a0f12" providerId="Windows Live" clId="Web-{ED16A990-E97B-4894-9DFA-7227ACA2046E}"/>
    <pc:docChg chg="modSld">
      <pc:chgData name="Samuel Pelage" userId="54db4591437a0f12" providerId="Windows Live" clId="Web-{ED16A990-E97B-4894-9DFA-7227ACA2046E}" dt="2024-08-25T16:46:48.307" v="14" actId="20577"/>
      <pc:docMkLst>
        <pc:docMk/>
      </pc:docMkLst>
      <pc:sldChg chg="modSp">
        <pc:chgData name="Samuel Pelage" userId="54db4591437a0f12" providerId="Windows Live" clId="Web-{ED16A990-E97B-4894-9DFA-7227ACA2046E}" dt="2024-08-25T16:46:20.134" v="7" actId="20577"/>
        <pc:sldMkLst>
          <pc:docMk/>
          <pc:sldMk cId="1174786161" sldId="258"/>
        </pc:sldMkLst>
        <pc:spChg chg="mod">
          <ac:chgData name="Samuel Pelage" userId="54db4591437a0f12" providerId="Windows Live" clId="Web-{ED16A990-E97B-4894-9DFA-7227ACA2046E}" dt="2024-08-25T16:46:20.134" v="7" actId="20577"/>
          <ac:spMkLst>
            <pc:docMk/>
            <pc:sldMk cId="1174786161" sldId="258"/>
            <ac:spMk id="3" creationId="{97A687BB-6F6B-4C11-9B1F-CB9AF3B945C2}"/>
          </ac:spMkLst>
        </pc:spChg>
      </pc:sldChg>
      <pc:sldChg chg="modSp">
        <pc:chgData name="Samuel Pelage" userId="54db4591437a0f12" providerId="Windows Live" clId="Web-{ED16A990-E97B-4894-9DFA-7227ACA2046E}" dt="2024-08-25T16:46:48.307" v="14" actId="20577"/>
        <pc:sldMkLst>
          <pc:docMk/>
          <pc:sldMk cId="3706700805" sldId="260"/>
        </pc:sldMkLst>
        <pc:spChg chg="mod">
          <ac:chgData name="Samuel Pelage" userId="54db4591437a0f12" providerId="Windows Live" clId="Web-{ED16A990-E97B-4894-9DFA-7227ACA2046E}" dt="2024-08-25T16:46:48.307" v="14" actId="20577"/>
          <ac:spMkLst>
            <pc:docMk/>
            <pc:sldMk cId="3706700805" sldId="260"/>
            <ac:spMk id="3" creationId="{EF5AAC05-B49B-30E0-2302-03DD8B369291}"/>
          </ac:spMkLst>
        </pc:spChg>
      </pc:sldChg>
      <pc:sldChg chg="modSp">
        <pc:chgData name="Samuel Pelage" userId="54db4591437a0f12" providerId="Windows Live" clId="Web-{ED16A990-E97B-4894-9DFA-7227ACA2046E}" dt="2024-08-25T16:46:29.478" v="10" actId="20577"/>
        <pc:sldMkLst>
          <pc:docMk/>
          <pc:sldMk cId="2758329969" sldId="267"/>
        </pc:sldMkLst>
        <pc:spChg chg="mod">
          <ac:chgData name="Samuel Pelage" userId="54db4591437a0f12" providerId="Windows Live" clId="Web-{ED16A990-E97B-4894-9DFA-7227ACA2046E}" dt="2024-08-25T16:46:29.478" v="10" actId="20577"/>
          <ac:spMkLst>
            <pc:docMk/>
            <pc:sldMk cId="2758329969" sldId="267"/>
            <ac:spMk id="3" creationId="{C5E4E38E-5840-D3D2-20C8-E17F9D1335F5}"/>
          </ac:spMkLst>
        </pc:spChg>
      </pc:sldChg>
      <pc:sldChg chg="modSp">
        <pc:chgData name="Samuel Pelage" userId="54db4591437a0f12" providerId="Windows Live" clId="Web-{ED16A990-E97B-4894-9DFA-7227ACA2046E}" dt="2024-08-25T16:46:41.135" v="12" actId="20577"/>
        <pc:sldMkLst>
          <pc:docMk/>
          <pc:sldMk cId="2643064778" sldId="268"/>
        </pc:sldMkLst>
        <pc:spChg chg="mod">
          <ac:chgData name="Samuel Pelage" userId="54db4591437a0f12" providerId="Windows Live" clId="Web-{ED16A990-E97B-4894-9DFA-7227ACA2046E}" dt="2024-08-25T16:46:41.135" v="12" actId="20577"/>
          <ac:spMkLst>
            <pc:docMk/>
            <pc:sldMk cId="2643064778" sldId="268"/>
            <ac:spMk id="3" creationId="{0E2D8A81-5223-9066-C0CF-38DFCE68B530}"/>
          </ac:spMkLst>
        </pc:spChg>
      </pc:sldChg>
    </pc:docChg>
  </pc:docChgLst>
  <pc:docChgLst>
    <pc:chgData name="Samuel Pelage" userId="54db4591437a0f12" providerId="Windows Live" clId="Web-{F747E1FF-D427-4D89-959D-9BD951A5E6E6}"/>
    <pc:docChg chg="addSld modSld sldOrd addMainMaster delMainMaster">
      <pc:chgData name="Samuel Pelage" userId="54db4591437a0f12" providerId="Windows Live" clId="Web-{F747E1FF-D427-4D89-959D-9BD951A5E6E6}" dt="2024-08-01T03:39:40.201" v="81"/>
      <pc:docMkLst>
        <pc:docMk/>
      </pc:docMkLst>
      <pc:sldChg chg="delSp modSp mod modClrScheme chgLayout">
        <pc:chgData name="Samuel Pelage" userId="54db4591437a0f12" providerId="Windows Live" clId="Web-{F747E1FF-D427-4D89-959D-9BD951A5E6E6}" dt="2024-08-01T03:39:22.075" v="80"/>
        <pc:sldMkLst>
          <pc:docMk/>
          <pc:sldMk cId="3784089036" sldId="256"/>
        </pc:sldMkLst>
        <pc:spChg chg="mod ord">
          <ac:chgData name="Samuel Pelage" userId="54db4591437a0f12" providerId="Windows Live" clId="Web-{F747E1FF-D427-4D89-959D-9BD951A5E6E6}" dt="2024-08-01T03:39:22.075" v="80"/>
          <ac:spMkLst>
            <pc:docMk/>
            <pc:sldMk cId="3784089036" sldId="256"/>
            <ac:spMk id="2" creationId="{00000000-0000-0000-0000-000000000000}"/>
          </ac:spMkLst>
        </pc:spChg>
        <pc:spChg chg="del mod ord">
          <ac:chgData name="Samuel Pelage" userId="54db4591437a0f12" providerId="Windows Live" clId="Web-{F747E1FF-D427-4D89-959D-9BD951A5E6E6}" dt="2024-07-31T14:00:35.414" v="4"/>
          <ac:spMkLst>
            <pc:docMk/>
            <pc:sldMk cId="3784089036" sldId="256"/>
            <ac:spMk id="3" creationId="{00000000-0000-0000-0000-000000000000}"/>
          </ac:spMkLst>
        </pc:spChg>
      </pc:sldChg>
      <pc:sldChg chg="modSp mod modClrScheme chgLayout">
        <pc:chgData name="Samuel Pelage" userId="54db4591437a0f12" providerId="Windows Live" clId="Web-{F747E1FF-D427-4D89-959D-9BD951A5E6E6}" dt="2024-08-01T03:39:22.075" v="80"/>
        <pc:sldMkLst>
          <pc:docMk/>
          <pc:sldMk cId="296994583" sldId="257"/>
        </pc:sldMkLst>
        <pc:spChg chg="mod ord">
          <ac:chgData name="Samuel Pelage" userId="54db4591437a0f12" providerId="Windows Live" clId="Web-{F747E1FF-D427-4D89-959D-9BD951A5E6E6}" dt="2024-08-01T03:39:22.075" v="80"/>
          <ac:spMkLst>
            <pc:docMk/>
            <pc:sldMk cId="296994583" sldId="257"/>
            <ac:spMk id="2" creationId="{23326A1C-B79C-47BE-AE31-B40150D48513}"/>
          </ac:spMkLst>
        </pc:spChg>
        <pc:spChg chg="mod ord">
          <ac:chgData name="Samuel Pelage" userId="54db4591437a0f12" providerId="Windows Live" clId="Web-{F747E1FF-D427-4D89-959D-9BD951A5E6E6}" dt="2024-08-01T03:39:22.075" v="80"/>
          <ac:spMkLst>
            <pc:docMk/>
            <pc:sldMk cId="296994583" sldId="257"/>
            <ac:spMk id="3" creationId="{ED13898E-627B-38E4-9FB5-22C36905E9BB}"/>
          </ac:spMkLst>
        </pc:spChg>
      </pc:sldChg>
      <pc:sldChg chg="modSp mod modClrScheme chgLayout">
        <pc:chgData name="Samuel Pelage" userId="54db4591437a0f12" providerId="Windows Live" clId="Web-{F747E1FF-D427-4D89-959D-9BD951A5E6E6}" dt="2024-08-01T03:39:22.075" v="80"/>
        <pc:sldMkLst>
          <pc:docMk/>
          <pc:sldMk cId="1174786161" sldId="258"/>
        </pc:sldMkLst>
        <pc:spChg chg="mod ord">
          <ac:chgData name="Samuel Pelage" userId="54db4591437a0f12" providerId="Windows Live" clId="Web-{F747E1FF-D427-4D89-959D-9BD951A5E6E6}" dt="2024-08-01T03:39:22.075" v="80"/>
          <ac:spMkLst>
            <pc:docMk/>
            <pc:sldMk cId="1174786161" sldId="258"/>
            <ac:spMk id="2" creationId="{6A1C2904-BE1C-097E-6C56-1CE500E7B7BE}"/>
          </ac:spMkLst>
        </pc:spChg>
        <pc:spChg chg="mod ord">
          <ac:chgData name="Samuel Pelage" userId="54db4591437a0f12" providerId="Windows Live" clId="Web-{F747E1FF-D427-4D89-959D-9BD951A5E6E6}" dt="2024-08-01T03:39:22.075" v="80"/>
          <ac:spMkLst>
            <pc:docMk/>
            <pc:sldMk cId="1174786161" sldId="258"/>
            <ac:spMk id="3" creationId="{97A687BB-6F6B-4C11-9B1F-CB9AF3B945C2}"/>
          </ac:spMkLst>
        </pc:spChg>
      </pc:sldChg>
      <pc:sldChg chg="modSp mod modClrScheme chgLayout">
        <pc:chgData name="Samuel Pelage" userId="54db4591437a0f12" providerId="Windows Live" clId="Web-{F747E1FF-D427-4D89-959D-9BD951A5E6E6}" dt="2024-08-01T03:39:22.075" v="80"/>
        <pc:sldMkLst>
          <pc:docMk/>
          <pc:sldMk cId="2911285286" sldId="259"/>
        </pc:sldMkLst>
        <pc:spChg chg="mod ord">
          <ac:chgData name="Samuel Pelage" userId="54db4591437a0f12" providerId="Windows Live" clId="Web-{F747E1FF-D427-4D89-959D-9BD951A5E6E6}" dt="2024-08-01T03:39:22.075" v="80"/>
          <ac:spMkLst>
            <pc:docMk/>
            <pc:sldMk cId="2911285286" sldId="259"/>
            <ac:spMk id="2" creationId="{78A0DF47-C35F-A63E-962F-277F1010FD54}"/>
          </ac:spMkLst>
        </pc:spChg>
        <pc:spChg chg="mod ord">
          <ac:chgData name="Samuel Pelage" userId="54db4591437a0f12" providerId="Windows Live" clId="Web-{F747E1FF-D427-4D89-959D-9BD951A5E6E6}" dt="2024-08-01T03:39:22.075" v="80"/>
          <ac:spMkLst>
            <pc:docMk/>
            <pc:sldMk cId="2911285286" sldId="259"/>
            <ac:spMk id="3" creationId="{3C058674-0E4F-C971-D9A4-A20E42C34C4A}"/>
          </ac:spMkLst>
        </pc:spChg>
      </pc:sldChg>
      <pc:sldChg chg="addSp delSp modSp mod ord modClrScheme chgLayout">
        <pc:chgData name="Samuel Pelage" userId="54db4591437a0f12" providerId="Windows Live" clId="Web-{F747E1FF-D427-4D89-959D-9BD951A5E6E6}" dt="2024-08-01T03:39:22.075" v="80"/>
        <pc:sldMkLst>
          <pc:docMk/>
          <pc:sldMk cId="3706700805" sldId="260"/>
        </pc:sldMkLst>
        <pc:spChg chg="del mod ord">
          <ac:chgData name="Samuel Pelage" userId="54db4591437a0f12" providerId="Windows Live" clId="Web-{F747E1FF-D427-4D89-959D-9BD951A5E6E6}" dt="2024-07-31T20:49:45.514" v="44"/>
          <ac:spMkLst>
            <pc:docMk/>
            <pc:sldMk cId="3706700805" sldId="260"/>
            <ac:spMk id="2" creationId="{7C0B8869-37E8-417B-1684-60A64A7CB016}"/>
          </ac:spMkLst>
        </pc:spChg>
        <pc:spChg chg="mod ord">
          <ac:chgData name="Samuel Pelage" userId="54db4591437a0f12" providerId="Windows Live" clId="Web-{F747E1FF-D427-4D89-959D-9BD951A5E6E6}" dt="2024-08-01T03:39:22.075" v="80"/>
          <ac:spMkLst>
            <pc:docMk/>
            <pc:sldMk cId="3706700805" sldId="260"/>
            <ac:spMk id="3" creationId="{EF5AAC05-B49B-30E0-2302-03DD8B369291}"/>
          </ac:spMkLst>
        </pc:spChg>
        <pc:spChg chg="add mod ord">
          <ac:chgData name="Samuel Pelage" userId="54db4591437a0f12" providerId="Windows Live" clId="Web-{F747E1FF-D427-4D89-959D-9BD951A5E6E6}" dt="2024-08-01T03:39:22.075" v="80"/>
          <ac:spMkLst>
            <pc:docMk/>
            <pc:sldMk cId="3706700805" sldId="260"/>
            <ac:spMk id="5" creationId="{A2F5365A-797B-EBC7-F48F-3768A7E66A29}"/>
          </ac:spMkLst>
        </pc:spChg>
      </pc:sldChg>
      <pc:sldChg chg="addSp delSp modSp new mod setBg modClrScheme chgLayout">
        <pc:chgData name="Samuel Pelage" userId="54db4591437a0f12" providerId="Windows Live" clId="Web-{F747E1FF-D427-4D89-959D-9BD951A5E6E6}" dt="2024-08-01T03:39:40.201" v="81"/>
        <pc:sldMkLst>
          <pc:docMk/>
          <pc:sldMk cId="2762192782" sldId="261"/>
        </pc:sldMkLst>
        <pc:spChg chg="mod ord">
          <ac:chgData name="Samuel Pelage" userId="54db4591437a0f12" providerId="Windows Live" clId="Web-{F747E1FF-D427-4D89-959D-9BD951A5E6E6}" dt="2024-08-01T03:39:22.075" v="80"/>
          <ac:spMkLst>
            <pc:docMk/>
            <pc:sldMk cId="2762192782" sldId="261"/>
            <ac:spMk id="2" creationId="{3B37A986-429F-842A-5A00-4808962FE987}"/>
          </ac:spMkLst>
        </pc:spChg>
        <pc:spChg chg="del">
          <ac:chgData name="Samuel Pelage" userId="54db4591437a0f12" providerId="Windows Live" clId="Web-{F747E1FF-D427-4D89-959D-9BD951A5E6E6}" dt="2024-08-01T03:35:21.021" v="71"/>
          <ac:spMkLst>
            <pc:docMk/>
            <pc:sldMk cId="2762192782" sldId="261"/>
            <ac:spMk id="3" creationId="{EFFBA1C9-B27A-6DE6-891C-4F58EBEB4EB4}"/>
          </ac:spMkLst>
        </pc:spChg>
        <pc:spChg chg="add del mod">
          <ac:chgData name="Samuel Pelage" userId="54db4591437a0f12" providerId="Windows Live" clId="Web-{F747E1FF-D427-4D89-959D-9BD951A5E6E6}" dt="2024-08-01T03:35:38.569" v="73"/>
          <ac:spMkLst>
            <pc:docMk/>
            <pc:sldMk cId="2762192782" sldId="261"/>
            <ac:spMk id="6" creationId="{99039290-E0D8-EBDA-8569-F14E2419A6E9}"/>
          </ac:spMkLst>
        </pc:spChg>
        <pc:spChg chg="add mod ord">
          <ac:chgData name="Samuel Pelage" userId="54db4591437a0f12" providerId="Windows Live" clId="Web-{F747E1FF-D427-4D89-959D-9BD951A5E6E6}" dt="2024-08-01T03:39:22.075" v="80"/>
          <ac:spMkLst>
            <pc:docMk/>
            <pc:sldMk cId="2762192782" sldId="261"/>
            <ac:spMk id="11" creationId="{75D950EA-5BF6-8239-8FB9-CB0049C34C0A}"/>
          </ac:spMkLst>
        </pc:spChg>
        <pc:picChg chg="add del mod ord">
          <ac:chgData name="Samuel Pelage" userId="54db4591437a0f12" providerId="Windows Live" clId="Web-{F747E1FF-D427-4D89-959D-9BD951A5E6E6}" dt="2024-08-01T03:35:24.272" v="72"/>
          <ac:picMkLst>
            <pc:docMk/>
            <pc:sldMk cId="2762192782" sldId="261"/>
            <ac:picMk id="4" creationId="{22838A5B-C885-7941-5766-3BCA561F888A}"/>
          </ac:picMkLst>
        </pc:picChg>
        <pc:picChg chg="add mod ord">
          <ac:chgData name="Samuel Pelage" userId="54db4591437a0f12" providerId="Windows Live" clId="Web-{F747E1FF-D427-4D89-959D-9BD951A5E6E6}" dt="2024-08-01T03:38:31.058" v="78"/>
          <ac:picMkLst>
            <pc:docMk/>
            <pc:sldMk cId="2762192782" sldId="261"/>
            <ac:picMk id="7" creationId="{FADE88F8-38B0-46BF-0720-EF7BC8259101}"/>
          </ac:picMkLst>
        </pc:picChg>
      </pc:sldChg>
      <pc:sldMasterChg chg="del delSldLayout">
        <pc:chgData name="Samuel Pelage" userId="54db4591437a0f12" providerId="Windows Live" clId="Web-{F747E1FF-D427-4D89-959D-9BD951A5E6E6}" dt="2024-07-30T19:18:04.751" v="0"/>
        <pc:sldMasterMkLst>
          <pc:docMk/>
          <pc:sldMasterMk cId="3071127875" sldId="2147483648"/>
        </pc:sldMasterMkLst>
        <pc:sldLayoutChg chg="del">
          <pc:chgData name="Samuel Pelage" userId="54db4591437a0f12" providerId="Windows Live" clId="Web-{F747E1FF-D427-4D89-959D-9BD951A5E6E6}" dt="2024-07-30T19:18:04.751" v="0"/>
          <pc:sldLayoutMkLst>
            <pc:docMk/>
            <pc:sldMasterMk cId="3071127875" sldId="2147483648"/>
            <pc:sldLayoutMk cId="3310491181" sldId="2147483649"/>
          </pc:sldLayoutMkLst>
        </pc:sldLayoutChg>
        <pc:sldLayoutChg chg="del">
          <pc:chgData name="Samuel Pelage" userId="54db4591437a0f12" providerId="Windows Live" clId="Web-{F747E1FF-D427-4D89-959D-9BD951A5E6E6}" dt="2024-07-30T19:18:04.751" v="0"/>
          <pc:sldLayoutMkLst>
            <pc:docMk/>
            <pc:sldMasterMk cId="3071127875" sldId="2147483648"/>
            <pc:sldLayoutMk cId="3841795644" sldId="2147483650"/>
          </pc:sldLayoutMkLst>
        </pc:sldLayoutChg>
        <pc:sldLayoutChg chg="del">
          <pc:chgData name="Samuel Pelage" userId="54db4591437a0f12" providerId="Windows Live" clId="Web-{F747E1FF-D427-4D89-959D-9BD951A5E6E6}" dt="2024-07-30T19:18:04.751" v="0"/>
          <pc:sldLayoutMkLst>
            <pc:docMk/>
            <pc:sldMasterMk cId="3071127875" sldId="2147483648"/>
            <pc:sldLayoutMk cId="3466923455" sldId="2147483651"/>
          </pc:sldLayoutMkLst>
        </pc:sldLayoutChg>
        <pc:sldLayoutChg chg="del">
          <pc:chgData name="Samuel Pelage" userId="54db4591437a0f12" providerId="Windows Live" clId="Web-{F747E1FF-D427-4D89-959D-9BD951A5E6E6}" dt="2024-07-30T19:18:04.751" v="0"/>
          <pc:sldLayoutMkLst>
            <pc:docMk/>
            <pc:sldMasterMk cId="3071127875" sldId="2147483648"/>
            <pc:sldLayoutMk cId="3747632232" sldId="2147483652"/>
          </pc:sldLayoutMkLst>
        </pc:sldLayoutChg>
        <pc:sldLayoutChg chg="del">
          <pc:chgData name="Samuel Pelage" userId="54db4591437a0f12" providerId="Windows Live" clId="Web-{F747E1FF-D427-4D89-959D-9BD951A5E6E6}" dt="2024-07-30T19:18:04.751" v="0"/>
          <pc:sldLayoutMkLst>
            <pc:docMk/>
            <pc:sldMasterMk cId="3071127875" sldId="2147483648"/>
            <pc:sldLayoutMk cId="2611866596" sldId="2147483653"/>
          </pc:sldLayoutMkLst>
        </pc:sldLayoutChg>
        <pc:sldLayoutChg chg="del">
          <pc:chgData name="Samuel Pelage" userId="54db4591437a0f12" providerId="Windows Live" clId="Web-{F747E1FF-D427-4D89-959D-9BD951A5E6E6}" dt="2024-07-30T19:18:04.751" v="0"/>
          <pc:sldLayoutMkLst>
            <pc:docMk/>
            <pc:sldMasterMk cId="3071127875" sldId="2147483648"/>
            <pc:sldLayoutMk cId="3395854097" sldId="2147483654"/>
          </pc:sldLayoutMkLst>
        </pc:sldLayoutChg>
        <pc:sldLayoutChg chg="del">
          <pc:chgData name="Samuel Pelage" userId="54db4591437a0f12" providerId="Windows Live" clId="Web-{F747E1FF-D427-4D89-959D-9BD951A5E6E6}" dt="2024-07-30T19:18:04.751" v="0"/>
          <pc:sldLayoutMkLst>
            <pc:docMk/>
            <pc:sldMasterMk cId="3071127875" sldId="2147483648"/>
            <pc:sldLayoutMk cId="4040201302" sldId="2147483655"/>
          </pc:sldLayoutMkLst>
        </pc:sldLayoutChg>
        <pc:sldLayoutChg chg="del">
          <pc:chgData name="Samuel Pelage" userId="54db4591437a0f12" providerId="Windows Live" clId="Web-{F747E1FF-D427-4D89-959D-9BD951A5E6E6}" dt="2024-07-30T19:18:04.751" v="0"/>
          <pc:sldLayoutMkLst>
            <pc:docMk/>
            <pc:sldMasterMk cId="3071127875" sldId="2147483648"/>
            <pc:sldLayoutMk cId="2706407263" sldId="2147483656"/>
          </pc:sldLayoutMkLst>
        </pc:sldLayoutChg>
        <pc:sldLayoutChg chg="del">
          <pc:chgData name="Samuel Pelage" userId="54db4591437a0f12" providerId="Windows Live" clId="Web-{F747E1FF-D427-4D89-959D-9BD951A5E6E6}" dt="2024-07-30T19:18:04.751" v="0"/>
          <pc:sldLayoutMkLst>
            <pc:docMk/>
            <pc:sldMasterMk cId="3071127875" sldId="2147483648"/>
            <pc:sldLayoutMk cId="1610903340" sldId="2147483657"/>
          </pc:sldLayoutMkLst>
        </pc:sldLayoutChg>
        <pc:sldLayoutChg chg="del">
          <pc:chgData name="Samuel Pelage" userId="54db4591437a0f12" providerId="Windows Live" clId="Web-{F747E1FF-D427-4D89-959D-9BD951A5E6E6}" dt="2024-07-30T19:18:04.751" v="0"/>
          <pc:sldLayoutMkLst>
            <pc:docMk/>
            <pc:sldMasterMk cId="3071127875" sldId="2147483648"/>
            <pc:sldLayoutMk cId="4172787210" sldId="2147483658"/>
          </pc:sldLayoutMkLst>
        </pc:sldLayoutChg>
        <pc:sldLayoutChg chg="del">
          <pc:chgData name="Samuel Pelage" userId="54db4591437a0f12" providerId="Windows Live" clId="Web-{F747E1FF-D427-4D89-959D-9BD951A5E6E6}" dt="2024-07-30T19:18:04.751" v="0"/>
          <pc:sldLayoutMkLst>
            <pc:docMk/>
            <pc:sldMasterMk cId="3071127875" sldId="2147483648"/>
            <pc:sldLayoutMk cId="1902177510" sldId="2147483659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7-30T19:18:16.845" v="1"/>
        <pc:sldMasterMkLst>
          <pc:docMk/>
          <pc:sldMasterMk cId="2196947654" sldId="2147483660"/>
        </pc:sldMasterMkLst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3929745901" sldId="2147483661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889520215" sldId="2147483662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1021218301" sldId="2147483663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1539704854" sldId="2147483664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175760979" sldId="2147483665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3795788783" sldId="2147483666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4025508265" sldId="2147483667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3331790404" sldId="2147483668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3642090971" sldId="2147483669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3952646667" sldId="2147483670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2506778319" sldId="2147483671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2689745772" sldId="2147483672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360849339" sldId="2147483673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886098598" sldId="2147483674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632082270" sldId="2147483675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3444920618" sldId="2147483676"/>
          </pc:sldLayoutMkLst>
        </pc:sldLayoutChg>
        <pc:sldLayoutChg chg="add del mod replId">
          <pc:chgData name="Samuel Pelage" userId="54db4591437a0f12" providerId="Windows Live" clId="Web-{F747E1FF-D427-4D89-959D-9BD951A5E6E6}" dt="2024-07-30T19:18:16.845" v="1"/>
          <pc:sldLayoutMkLst>
            <pc:docMk/>
            <pc:sldMasterMk cId="2196947654" sldId="2147483660"/>
            <pc:sldLayoutMk cId="281711357" sldId="2147483677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7-30T19:18:28.220" v="2"/>
        <pc:sldMasterMkLst>
          <pc:docMk/>
          <pc:sldMasterMk cId="1745584200" sldId="2147483678"/>
        </pc:sldMasterMkLst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3086587589" sldId="2147483679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2693339837" sldId="2147483680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3079490495" sldId="2147483681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443956130" sldId="2147483682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3489814887" sldId="2147483683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4070490146" sldId="2147483684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709547165" sldId="2147483685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2013728081" sldId="2147483686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2487760410" sldId="2147483687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3709372542" sldId="2147483688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1524789243" sldId="2147483689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2219622800" sldId="2147483690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2960302024" sldId="2147483691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350341427" sldId="2147483692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296977927" sldId="2147483693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2227638723" sldId="2147483694"/>
          </pc:sldLayoutMkLst>
        </pc:sldLayoutChg>
        <pc:sldLayoutChg chg="add del mod replId">
          <pc:chgData name="Samuel Pelage" userId="54db4591437a0f12" providerId="Windows Live" clId="Web-{F747E1FF-D427-4D89-959D-9BD951A5E6E6}" dt="2024-07-30T19:18:28.220" v="2"/>
          <pc:sldLayoutMkLst>
            <pc:docMk/>
            <pc:sldMasterMk cId="1745584200" sldId="2147483678"/>
            <pc:sldLayoutMk cId="2925550391" sldId="2147483695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7-30T19:18:38.486" v="3"/>
        <pc:sldMasterMkLst>
          <pc:docMk/>
          <pc:sldMasterMk cId="2471195407" sldId="2147483696"/>
        </pc:sldMasterMkLst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1541912361" sldId="2147483697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3690005435" sldId="2147483698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3988525096" sldId="2147483699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866537493" sldId="2147483700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4096183586" sldId="2147483701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927926558" sldId="2147483702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2855737935" sldId="2147483703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3754716927" sldId="2147483704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2332390161" sldId="2147483705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2533058313" sldId="2147483706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3274493417" sldId="2147483707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910110731" sldId="2147483708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3593783945" sldId="2147483709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2860580395" sldId="2147483710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3911379516" sldId="2147483711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840033525" sldId="2147483712"/>
          </pc:sldLayoutMkLst>
        </pc:sldLayoutChg>
        <pc:sldLayoutChg chg="add del mod replId">
          <pc:chgData name="Samuel Pelage" userId="54db4591437a0f12" providerId="Windows Live" clId="Web-{F747E1FF-D427-4D89-959D-9BD951A5E6E6}" dt="2024-07-30T19:18:38.486" v="3"/>
          <pc:sldLayoutMkLst>
            <pc:docMk/>
            <pc:sldMasterMk cId="2471195407" sldId="2147483696"/>
            <pc:sldLayoutMk cId="1480562852" sldId="2147483713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7-31T14:00:42.446" v="5"/>
        <pc:sldMasterMkLst>
          <pc:docMk/>
          <pc:sldMasterMk cId="775835264" sldId="2147483714"/>
        </pc:sldMasterMkLst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4068452885" sldId="2147483715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812059934" sldId="2147483716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1649934380" sldId="2147483717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357568713" sldId="2147483718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609110860" sldId="2147483719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4261399530" sldId="2147483720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2315725115" sldId="2147483721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1074408758" sldId="2147483722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1886782922" sldId="2147483723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2802736872" sldId="2147483724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313571606" sldId="2147483725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1082931117" sldId="2147483726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41449831" sldId="2147483727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606151722" sldId="2147483728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4143394105" sldId="2147483729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3984168176" sldId="2147483730"/>
          </pc:sldLayoutMkLst>
        </pc:sldLayoutChg>
        <pc:sldLayoutChg chg="add del mod replId">
          <pc:chgData name="Samuel Pelage" userId="54db4591437a0f12" providerId="Windows Live" clId="Web-{F747E1FF-D427-4D89-959D-9BD951A5E6E6}" dt="2024-07-31T14:00:42.446" v="5"/>
          <pc:sldLayoutMkLst>
            <pc:docMk/>
            <pc:sldMasterMk cId="775835264" sldId="2147483714"/>
            <pc:sldLayoutMk cId="3635456520" sldId="2147483731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7-31T14:01:19.447" v="6"/>
        <pc:sldMasterMkLst>
          <pc:docMk/>
          <pc:sldMasterMk cId="824781685" sldId="2147483732"/>
        </pc:sldMasterMkLst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771814806" sldId="2147483733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741286944" sldId="2147483734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2632775774" sldId="2147483735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436953216" sldId="2147483736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3033955247" sldId="2147483737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3495722689" sldId="2147483738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3564326499" sldId="2147483739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930091011" sldId="2147483740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2460785070" sldId="2147483741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802927276" sldId="2147483742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2591979783" sldId="2147483743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4033373880" sldId="2147483744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3158973386" sldId="2147483745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728532860" sldId="2147483746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2482027285" sldId="2147483747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1033364127" sldId="2147483748"/>
          </pc:sldLayoutMkLst>
        </pc:sldLayoutChg>
        <pc:sldLayoutChg chg="add del mod replId">
          <pc:chgData name="Samuel Pelage" userId="54db4591437a0f12" providerId="Windows Live" clId="Web-{F747E1FF-D427-4D89-959D-9BD951A5E6E6}" dt="2024-07-31T14:01:19.447" v="6"/>
          <pc:sldLayoutMkLst>
            <pc:docMk/>
            <pc:sldMasterMk cId="824781685" sldId="2147483732"/>
            <pc:sldLayoutMk cId="4055283669" sldId="2147483749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7-31T14:01:28.244" v="7"/>
        <pc:sldMasterMkLst>
          <pc:docMk/>
          <pc:sldMasterMk cId="1004271249" sldId="2147483750"/>
        </pc:sldMasterMkLst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3304549742" sldId="2147483751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1657591388" sldId="2147483752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1481653655" sldId="2147483753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1690607566" sldId="2147483754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1970907700" sldId="2147483755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1612115602" sldId="2147483756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258616149" sldId="2147483757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2112962975" sldId="2147483758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4146585642" sldId="2147483759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195229575" sldId="2147483760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187230086" sldId="2147483761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897112241" sldId="2147483762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2341971473" sldId="2147483763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69425621" sldId="2147483764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963731555" sldId="2147483765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3111523114" sldId="2147483766"/>
          </pc:sldLayoutMkLst>
        </pc:sldLayoutChg>
        <pc:sldLayoutChg chg="add del mod replId">
          <pc:chgData name="Samuel Pelage" userId="54db4591437a0f12" providerId="Windows Live" clId="Web-{F747E1FF-D427-4D89-959D-9BD951A5E6E6}" dt="2024-07-31T14:01:28.244" v="7"/>
          <pc:sldLayoutMkLst>
            <pc:docMk/>
            <pc:sldMasterMk cId="1004271249" sldId="2147483750"/>
            <pc:sldLayoutMk cId="714049587" sldId="2147483767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7-31T14:01:37.807" v="8"/>
        <pc:sldMasterMkLst>
          <pc:docMk/>
          <pc:sldMasterMk cId="2181650146" sldId="2147483768"/>
        </pc:sldMasterMkLst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1721249944" sldId="2147483769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1634346508" sldId="2147483770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4020771714" sldId="2147483771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1619574222" sldId="2147483772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2655065008" sldId="2147483773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2585902067" sldId="2147483774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443022995" sldId="2147483775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4108703272" sldId="2147483776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3397399520" sldId="2147483777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2659847637" sldId="2147483778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1847806365" sldId="2147483779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710961764" sldId="2147483780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318786306" sldId="2147483781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1976822348" sldId="2147483782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3879724731" sldId="2147483783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2958609151" sldId="2147483784"/>
          </pc:sldLayoutMkLst>
        </pc:sldLayoutChg>
        <pc:sldLayoutChg chg="add del mod replId">
          <pc:chgData name="Samuel Pelage" userId="54db4591437a0f12" providerId="Windows Live" clId="Web-{F747E1FF-D427-4D89-959D-9BD951A5E6E6}" dt="2024-07-31T14:01:37.807" v="8"/>
          <pc:sldLayoutMkLst>
            <pc:docMk/>
            <pc:sldMasterMk cId="2181650146" sldId="2147483768"/>
            <pc:sldLayoutMk cId="2812599773" sldId="2147483785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7-31T14:01:45.151" v="9"/>
        <pc:sldMasterMkLst>
          <pc:docMk/>
          <pc:sldMasterMk cId="3131008262" sldId="2147483786"/>
        </pc:sldMasterMkLst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385594072" sldId="2147483787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459893735" sldId="2147483788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696743026" sldId="2147483789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3181325446" sldId="2147483790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1146162448" sldId="2147483791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1081197067" sldId="2147483792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2824126715" sldId="2147483793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2360468629" sldId="2147483794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2613374985" sldId="2147483795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4192979282" sldId="2147483796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270343058" sldId="2147483797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337552078" sldId="2147483798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760383406" sldId="2147483799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1604572762" sldId="2147483800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3122725554" sldId="2147483801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221865148" sldId="2147483802"/>
          </pc:sldLayoutMkLst>
        </pc:sldLayoutChg>
        <pc:sldLayoutChg chg="add del mod replId">
          <pc:chgData name="Samuel Pelage" userId="54db4591437a0f12" providerId="Windows Live" clId="Web-{F747E1FF-D427-4D89-959D-9BD951A5E6E6}" dt="2024-07-31T14:01:45.151" v="9"/>
          <pc:sldLayoutMkLst>
            <pc:docMk/>
            <pc:sldMasterMk cId="3131008262" sldId="2147483786"/>
            <pc:sldLayoutMk cId="429362880" sldId="2147483803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7-31T14:03:13.075" v="16"/>
        <pc:sldMasterMkLst>
          <pc:docMk/>
          <pc:sldMasterMk cId="1669227986" sldId="2147483804"/>
        </pc:sldMasterMkLst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450064519" sldId="2147483805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680409263" sldId="2147483806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2427312842" sldId="2147483807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749585023" sldId="2147483808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1258582891" sldId="2147483809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3529973569" sldId="2147483810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3380217545" sldId="2147483811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4149737050" sldId="2147483812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2061097883" sldId="2147483813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151023661" sldId="2147483814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4248013972" sldId="2147483815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3655565753" sldId="2147483816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3079434771" sldId="2147483817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3715919854" sldId="2147483818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3574959033" sldId="2147483819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1438927586" sldId="2147483820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3.075" v="16"/>
          <pc:sldLayoutMkLst>
            <pc:docMk/>
            <pc:sldMasterMk cId="1669227986" sldId="2147483804"/>
            <pc:sldLayoutMk cId="1890117126" sldId="2147483821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7-31T14:03:19.153" v="17"/>
        <pc:sldMasterMkLst>
          <pc:docMk/>
          <pc:sldMasterMk cId="1482713064" sldId="2147483822"/>
        </pc:sldMasterMkLst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2167239015" sldId="2147483823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37113621" sldId="2147483824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1262199679" sldId="2147483825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1283898870" sldId="2147483826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2936786238" sldId="2147483827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1536472199" sldId="2147483828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544110737" sldId="2147483829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1571251331" sldId="2147483830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3391651979" sldId="2147483831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2217069603" sldId="2147483832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2066913351" sldId="2147483833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2397992848" sldId="2147483834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2959757792" sldId="2147483835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17464584" sldId="2147483836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3448165922" sldId="2147483837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4218600914" sldId="2147483838"/>
          </pc:sldLayoutMkLst>
        </pc:sldLayoutChg>
        <pc:sldLayoutChg chg="add del mod replId">
          <pc:chgData name="Samuel Pelage" userId="54db4591437a0f12" providerId="Windows Live" clId="Web-{F747E1FF-D427-4D89-959D-9BD951A5E6E6}" dt="2024-07-31T14:03:19.153" v="17"/>
          <pc:sldLayoutMkLst>
            <pc:docMk/>
            <pc:sldMasterMk cId="1482713064" sldId="2147483822"/>
            <pc:sldLayoutMk cId="712393016" sldId="2147483839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8-01T03:39:13.091" v="79"/>
        <pc:sldMasterMkLst>
          <pc:docMk/>
          <pc:sldMasterMk cId="2018487590" sldId="2147483840"/>
        </pc:sldMasterMkLst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1011617523" sldId="2147483841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150909136" sldId="2147483842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829497691" sldId="2147483843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3784774157" sldId="2147483844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1204580315" sldId="2147483845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2392024977" sldId="2147483846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3035549234" sldId="2147483847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3924483552" sldId="2147483848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3547960704" sldId="2147483849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2412050500" sldId="2147483850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2208122457" sldId="2147483851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4283861354" sldId="2147483852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720742464" sldId="2147483853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4228879491" sldId="2147483854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3220297059" sldId="2147483855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1215743739" sldId="2147483856"/>
          </pc:sldLayoutMkLst>
        </pc:sldLayoutChg>
        <pc:sldLayoutChg chg="add del mod replId">
          <pc:chgData name="Samuel Pelage" userId="54db4591437a0f12" providerId="Windows Live" clId="Web-{F747E1FF-D427-4D89-959D-9BD951A5E6E6}" dt="2024-08-01T03:39:13.091" v="79"/>
          <pc:sldLayoutMkLst>
            <pc:docMk/>
            <pc:sldMasterMk cId="2018487590" sldId="2147483840"/>
            <pc:sldLayoutMk cId="2769011917" sldId="2147483857"/>
          </pc:sldLayoutMkLst>
        </pc:sldLayoutChg>
      </pc:sldMasterChg>
      <pc:sldMasterChg chg="add del addSldLayout delSldLayout modSldLayout">
        <pc:chgData name="Samuel Pelage" userId="54db4591437a0f12" providerId="Windows Live" clId="Web-{F747E1FF-D427-4D89-959D-9BD951A5E6E6}" dt="2024-08-01T03:39:22.075" v="80"/>
        <pc:sldMasterMkLst>
          <pc:docMk/>
          <pc:sldMasterMk cId="1315832379" sldId="2147483858"/>
        </pc:sldMasterMkLst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3524146825" sldId="2147483859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4109893271" sldId="2147483860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1580603929" sldId="2147483861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207213877" sldId="2147483862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415284354" sldId="2147483863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3149443829" sldId="2147483864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768621318" sldId="2147483865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1354446120" sldId="2147483866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840472098" sldId="2147483867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1337808214" sldId="2147483868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512397140" sldId="2147483869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3308797932" sldId="2147483870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4238284704" sldId="2147483871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3234262363" sldId="2147483872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1947696070" sldId="2147483873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2113914321" sldId="2147483874"/>
          </pc:sldLayoutMkLst>
        </pc:sldLayoutChg>
        <pc:sldLayoutChg chg="add del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1315832379" sldId="2147483858"/>
            <pc:sldLayoutMk cId="3472935664" sldId="2147483875"/>
          </pc:sldLayoutMkLst>
        </pc:sldLayoutChg>
      </pc:sldMasterChg>
      <pc:sldMasterChg chg="add addSldLayout modSldLayout">
        <pc:chgData name="Samuel Pelage" userId="54db4591437a0f12" providerId="Windows Live" clId="Web-{F747E1FF-D427-4D89-959D-9BD951A5E6E6}" dt="2024-08-01T03:39:22.075" v="80"/>
        <pc:sldMasterMkLst>
          <pc:docMk/>
          <pc:sldMasterMk cId="2385126298" sldId="2147483876"/>
        </pc:sldMasterMkLst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3681108555" sldId="2147483877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3994809820" sldId="2147483878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332649156" sldId="2147483879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1656084549" sldId="2147483880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2088398589" sldId="2147483881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3009632141" sldId="2147483882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3941393911" sldId="2147483883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445947781" sldId="2147483884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297242653" sldId="2147483885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2420576767" sldId="2147483886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1831287855" sldId="2147483887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2057598701" sldId="2147483888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3737678327" sldId="2147483889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647474611" sldId="2147483890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1459165211" sldId="2147483891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3748070642" sldId="2147483892"/>
          </pc:sldLayoutMkLst>
        </pc:sldLayoutChg>
        <pc:sldLayoutChg chg="add mod replId">
          <pc:chgData name="Samuel Pelage" userId="54db4591437a0f12" providerId="Windows Live" clId="Web-{F747E1FF-D427-4D89-959D-9BD951A5E6E6}" dt="2024-08-01T03:39:22.075" v="80"/>
          <pc:sldLayoutMkLst>
            <pc:docMk/>
            <pc:sldMasterMk cId="2385126298" sldId="2147483876"/>
            <pc:sldLayoutMk cId="1019218855" sldId="2147483893"/>
          </pc:sldLayoutMkLst>
        </pc:sldLayoutChg>
      </pc:sldMasterChg>
    </pc:docChg>
  </pc:docChgLst>
  <pc:docChgLst>
    <pc:chgData name="Samuel Pelage" userId="54db4591437a0f12" providerId="Windows Live" clId="Web-{4C72792A-7032-44EE-8A94-DA96E0C9EDD3}"/>
    <pc:docChg chg="modSld">
      <pc:chgData name="Samuel Pelage" userId="54db4591437a0f12" providerId="Windows Live" clId="Web-{4C72792A-7032-44EE-8A94-DA96E0C9EDD3}" dt="2024-08-07T15:33:24.256" v="59"/>
      <pc:docMkLst>
        <pc:docMk/>
      </pc:docMkLst>
      <pc:sldChg chg="modSp">
        <pc:chgData name="Samuel Pelage" userId="54db4591437a0f12" providerId="Windows Live" clId="Web-{4C72792A-7032-44EE-8A94-DA96E0C9EDD3}" dt="2024-08-07T15:33:24.256" v="59"/>
        <pc:sldMkLst>
          <pc:docMk/>
          <pc:sldMk cId="3638817621" sldId="266"/>
        </pc:sldMkLst>
        <pc:graphicFrameChg chg="mod modGraphic">
          <ac:chgData name="Samuel Pelage" userId="54db4591437a0f12" providerId="Windows Live" clId="Web-{4C72792A-7032-44EE-8A94-DA96E0C9EDD3}" dt="2024-08-07T15:33:24.256" v="59"/>
          <ac:graphicFrameMkLst>
            <pc:docMk/>
            <pc:sldMk cId="3638817621" sldId="266"/>
            <ac:graphicFrameMk id="9" creationId="{7DB09E27-7F39-9644-6CFD-39E1DD938080}"/>
          </ac:graphicFrameMkLst>
        </pc:graphicFrameChg>
      </pc:sldChg>
      <pc:sldChg chg="addSp delSp modSp mod setBg">
        <pc:chgData name="Samuel Pelage" userId="54db4591437a0f12" providerId="Windows Live" clId="Web-{4C72792A-7032-44EE-8A94-DA96E0C9EDD3}" dt="2024-08-07T12:53:17.182" v="17" actId="1076"/>
        <pc:sldMkLst>
          <pc:docMk/>
          <pc:sldMk cId="4007303939" sldId="270"/>
        </pc:sldMkLst>
        <pc:spChg chg="del">
          <ac:chgData name="Samuel Pelage" userId="54db4591437a0f12" providerId="Windows Live" clId="Web-{4C72792A-7032-44EE-8A94-DA96E0C9EDD3}" dt="2024-08-07T12:42:13.312" v="0"/>
          <ac:spMkLst>
            <pc:docMk/>
            <pc:sldMk cId="4007303939" sldId="270"/>
            <ac:spMk id="2" creationId="{092B6D7D-E22F-575C-83B7-C204C85C7444}"/>
          </ac:spMkLst>
        </pc:spChg>
        <pc:spChg chg="del">
          <ac:chgData name="Samuel Pelage" userId="54db4591437a0f12" providerId="Windows Live" clId="Web-{4C72792A-7032-44EE-8A94-DA96E0C9EDD3}" dt="2024-08-07T12:49:21.564" v="3"/>
          <ac:spMkLst>
            <pc:docMk/>
            <pc:sldMk cId="4007303939" sldId="270"/>
            <ac:spMk id="3" creationId="{8581F738-5D66-242B-76F0-BC04362DDF8E}"/>
          </ac:spMkLst>
        </pc:spChg>
        <pc:spChg chg="add del">
          <ac:chgData name="Samuel Pelage" userId="54db4591437a0f12" providerId="Windows Live" clId="Web-{4C72792A-7032-44EE-8A94-DA96E0C9EDD3}" dt="2024-08-07T12:49:44.861" v="5"/>
          <ac:spMkLst>
            <pc:docMk/>
            <pc:sldMk cId="4007303939" sldId="270"/>
            <ac:spMk id="9" creationId="{FF98635D-2A35-6BBF-9F5C-4CB5FDC5E610}"/>
          </ac:spMkLst>
        </pc:spChg>
        <pc:picChg chg="add del mod">
          <ac:chgData name="Samuel Pelage" userId="54db4591437a0f12" providerId="Windows Live" clId="Web-{4C72792A-7032-44EE-8A94-DA96E0C9EDD3}" dt="2024-08-07T12:45:17.570" v="2"/>
          <ac:picMkLst>
            <pc:docMk/>
            <pc:sldMk cId="4007303939" sldId="270"/>
            <ac:picMk id="4" creationId="{04A2B164-16E9-1963-7DF1-A0D79237EFAF}"/>
          </ac:picMkLst>
        </pc:picChg>
        <pc:picChg chg="add mod ord">
          <ac:chgData name="Samuel Pelage" userId="54db4591437a0f12" providerId="Windows Live" clId="Web-{4C72792A-7032-44EE-8A94-DA96E0C9EDD3}" dt="2024-08-07T12:53:17.182" v="17" actId="1076"/>
          <ac:picMkLst>
            <pc:docMk/>
            <pc:sldMk cId="4007303939" sldId="270"/>
            <ac:picMk id="5" creationId="{3DA3973C-3071-1240-6407-FE5414C586F7}"/>
          </ac:picMkLst>
        </pc:picChg>
        <pc:picChg chg="add">
          <ac:chgData name="Samuel Pelage" userId="54db4591437a0f12" providerId="Windows Live" clId="Web-{4C72792A-7032-44EE-8A94-DA96E0C9EDD3}" dt="2024-08-07T12:49:49.283" v="6"/>
          <ac:picMkLst>
            <pc:docMk/>
            <pc:sldMk cId="4007303939" sldId="270"/>
            <ac:picMk id="10" creationId="{8BEA9AF1-EF35-4EC4-862B-93C14919B564}"/>
          </ac:picMkLst>
        </pc:picChg>
      </pc:sldChg>
      <pc:sldChg chg="addSp delSp modSp">
        <pc:chgData name="Samuel Pelage" userId="54db4591437a0f12" providerId="Windows Live" clId="Web-{4C72792A-7032-44EE-8A94-DA96E0C9EDD3}" dt="2024-08-07T12:53:03.463" v="15" actId="1076"/>
        <pc:sldMkLst>
          <pc:docMk/>
          <pc:sldMk cId="3975059552" sldId="271"/>
        </pc:sldMkLst>
        <pc:spChg chg="del">
          <ac:chgData name="Samuel Pelage" userId="54db4591437a0f12" providerId="Windows Live" clId="Web-{4C72792A-7032-44EE-8A94-DA96E0C9EDD3}" dt="2024-08-07T12:50:11.550" v="7"/>
          <ac:spMkLst>
            <pc:docMk/>
            <pc:sldMk cId="3975059552" sldId="271"/>
            <ac:spMk id="2" creationId="{B891B9C3-CFBC-5093-E072-5116AD64EBB4}"/>
          </ac:spMkLst>
        </pc:spChg>
        <pc:spChg chg="del">
          <ac:chgData name="Samuel Pelage" userId="54db4591437a0f12" providerId="Windows Live" clId="Web-{4C72792A-7032-44EE-8A94-DA96E0C9EDD3}" dt="2024-08-07T12:51:35.272" v="8"/>
          <ac:spMkLst>
            <pc:docMk/>
            <pc:sldMk cId="3975059552" sldId="271"/>
            <ac:spMk id="3" creationId="{458CC056-EA5A-C17B-1CC7-B9E074BB6441}"/>
          </ac:spMkLst>
        </pc:spChg>
        <pc:picChg chg="add mod ord">
          <ac:chgData name="Samuel Pelage" userId="54db4591437a0f12" providerId="Windows Live" clId="Web-{4C72792A-7032-44EE-8A94-DA96E0C9EDD3}" dt="2024-08-07T12:53:03.463" v="15" actId="1076"/>
          <ac:picMkLst>
            <pc:docMk/>
            <pc:sldMk cId="3975059552" sldId="271"/>
            <ac:picMk id="4" creationId="{DD5C30B8-773C-B71C-429B-FF87068B6BD0}"/>
          </ac:picMkLst>
        </pc:picChg>
      </pc:sldChg>
      <pc:sldChg chg="addSp delSp modSp">
        <pc:chgData name="Samuel Pelage" userId="54db4591437a0f12" providerId="Windows Live" clId="Web-{4C72792A-7032-44EE-8A94-DA96E0C9EDD3}" dt="2024-08-07T12:55:00.921" v="24" actId="14100"/>
        <pc:sldMkLst>
          <pc:docMk/>
          <pc:sldMk cId="4171703508" sldId="272"/>
        </pc:sldMkLst>
        <pc:spChg chg="del">
          <ac:chgData name="Samuel Pelage" userId="54db4591437a0f12" providerId="Windows Live" clId="Web-{4C72792A-7032-44EE-8A94-DA96E0C9EDD3}" dt="2024-08-07T12:53:46.574" v="18"/>
          <ac:spMkLst>
            <pc:docMk/>
            <pc:sldMk cId="4171703508" sldId="272"/>
            <ac:spMk id="2" creationId="{B5993283-16B1-45E6-5934-43EBE170B099}"/>
          </ac:spMkLst>
        </pc:spChg>
        <pc:spChg chg="del">
          <ac:chgData name="Samuel Pelage" userId="54db4591437a0f12" providerId="Windows Live" clId="Web-{4C72792A-7032-44EE-8A94-DA96E0C9EDD3}" dt="2024-08-07T12:54:37.170" v="19"/>
          <ac:spMkLst>
            <pc:docMk/>
            <pc:sldMk cId="4171703508" sldId="272"/>
            <ac:spMk id="3" creationId="{CC2E28BE-DCDF-F121-E4B1-A5C68AF4C91B}"/>
          </ac:spMkLst>
        </pc:spChg>
        <pc:picChg chg="add mod ord">
          <ac:chgData name="Samuel Pelage" userId="54db4591437a0f12" providerId="Windows Live" clId="Web-{4C72792A-7032-44EE-8A94-DA96E0C9EDD3}" dt="2024-08-07T12:55:00.921" v="24" actId="14100"/>
          <ac:picMkLst>
            <pc:docMk/>
            <pc:sldMk cId="4171703508" sldId="272"/>
            <ac:picMk id="4" creationId="{A0C04575-BAB4-9543-D7A2-F65CE10CF28E}"/>
          </ac:picMkLst>
        </pc:picChg>
      </pc:sldChg>
      <pc:sldChg chg="addSp delSp modSp">
        <pc:chgData name="Samuel Pelage" userId="54db4591437a0f12" providerId="Windows Live" clId="Web-{4C72792A-7032-44EE-8A94-DA96E0C9EDD3}" dt="2024-08-07T12:56:50.565" v="29" actId="1076"/>
        <pc:sldMkLst>
          <pc:docMk/>
          <pc:sldMk cId="2272786807" sldId="273"/>
        </pc:sldMkLst>
        <pc:spChg chg="del">
          <ac:chgData name="Samuel Pelage" userId="54db4591437a0f12" providerId="Windows Live" clId="Web-{4C72792A-7032-44EE-8A94-DA96E0C9EDD3}" dt="2024-08-07T12:56:24.080" v="25"/>
          <ac:spMkLst>
            <pc:docMk/>
            <pc:sldMk cId="2272786807" sldId="273"/>
            <ac:spMk id="2" creationId="{E4F27FA3-9B26-0298-D6D3-4FB400E4B93F}"/>
          </ac:spMkLst>
        </pc:spChg>
        <pc:spChg chg="del">
          <ac:chgData name="Samuel Pelage" userId="54db4591437a0f12" providerId="Windows Live" clId="Web-{4C72792A-7032-44EE-8A94-DA96E0C9EDD3}" dt="2024-08-07T12:56:29.127" v="26"/>
          <ac:spMkLst>
            <pc:docMk/>
            <pc:sldMk cId="2272786807" sldId="273"/>
            <ac:spMk id="3" creationId="{99C32EE4-2138-AB6C-C163-E5F9CBE32BCA}"/>
          </ac:spMkLst>
        </pc:spChg>
        <pc:picChg chg="add mod ord">
          <ac:chgData name="Samuel Pelage" userId="54db4591437a0f12" providerId="Windows Live" clId="Web-{4C72792A-7032-44EE-8A94-DA96E0C9EDD3}" dt="2024-08-07T12:56:50.565" v="29" actId="1076"/>
          <ac:picMkLst>
            <pc:docMk/>
            <pc:sldMk cId="2272786807" sldId="273"/>
            <ac:picMk id="4" creationId="{902AA875-93F4-D8F3-1786-CC98F7A58E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108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0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4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08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398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63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9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4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2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57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87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598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78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474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165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70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21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262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35812" y="1739605"/>
            <a:ext cx="9920377" cy="2080751"/>
          </a:xfrm>
        </p:spPr>
        <p:txBody>
          <a:bodyPr>
            <a:normAutofit fontScale="90000"/>
          </a:bodyPr>
          <a:lstStyle/>
          <a:p>
            <a:r>
              <a:rPr lang="fr-FR" sz="8000" b="1" dirty="0"/>
              <a:t>GERER LES DEMANDES AU QUOTIDIEN</a:t>
            </a:r>
            <a:r>
              <a:rPr lang="fr-F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326A1C-B79C-47BE-AE31-B40150D48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b="1" dirty="0"/>
              <a:t>SOMMAIRE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13898E-627B-38E4-9FB5-22C36905E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sz="4000" dirty="0"/>
              <a:t>Justification de l'ordre de mes priorités </a:t>
            </a:r>
            <a:endParaRPr lang="fr-FR" sz="4000">
              <a:ea typeface="Calibri"/>
              <a:cs typeface="Calibri"/>
            </a:endParaRPr>
          </a:p>
          <a:p>
            <a:r>
              <a:rPr lang="fr-FR" sz="4000" dirty="0"/>
              <a:t>La solution à leurs problèmes</a:t>
            </a:r>
            <a:endParaRPr lang="fr-FR" sz="4000" dirty="0">
              <a:ea typeface="Calibri"/>
              <a:cs typeface="Calibri"/>
            </a:endParaRPr>
          </a:p>
          <a:p>
            <a:r>
              <a:rPr lang="fr-FR" sz="4000" dirty="0"/>
              <a:t>Bilan </a:t>
            </a:r>
            <a:endParaRPr lang="fr-FR" sz="4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994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1C2904-BE1C-097E-6C56-1CE500E7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fr-FR" sz="6000" b="1" dirty="0"/>
              <a:t>JUSTIFICATION DE L'ORDRE DE MES PRIORITES </a:t>
            </a:r>
            <a:endParaRPr lang="fr-FR" sz="60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A687BB-6F6B-4C11-9B1F-CB9AF3B9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4036"/>
            <a:ext cx="10515600" cy="37849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400" dirty="0">
                <a:cs typeface="Calibri"/>
              </a:rPr>
              <a:t>Raphaël, chef de la comptabilité : _Niveau d'urgence : Moyen; </a:t>
            </a:r>
            <a:endParaRPr lang="fr-FR" dirty="0"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fr-FR" sz="2400" dirty="0">
                <a:cs typeface="Calibri"/>
              </a:rPr>
              <a:t>                 _Impact : Haut;</a:t>
            </a:r>
            <a:endParaRPr lang="fr-FR" dirty="0">
              <a:cs typeface="Calibri"/>
            </a:endParaRPr>
          </a:p>
          <a:p>
            <a:pPr marL="0" indent="0">
              <a:buNone/>
            </a:pPr>
            <a:r>
              <a:rPr lang="fr-FR" sz="2400" dirty="0">
                <a:cs typeface="Calibri"/>
              </a:rPr>
              <a:t>                 _Priorité : Haute.</a:t>
            </a:r>
          </a:p>
          <a:p>
            <a:pPr marL="0" indent="0">
              <a:buNone/>
            </a:pPr>
            <a:r>
              <a:rPr lang="fr-FR" sz="2400" dirty="0">
                <a:cs typeface="Calibri"/>
              </a:rPr>
              <a:t>Demande la suppression des comptes d'accès de ses collaborateurs au logiciel </a:t>
            </a:r>
            <a:r>
              <a:rPr lang="fr-FR" sz="2400" err="1">
                <a:cs typeface="Calibri"/>
              </a:rPr>
              <a:t>Zefyr</a:t>
            </a:r>
            <a:r>
              <a:rPr lang="fr-FR" sz="2400" dirty="0">
                <a:cs typeface="Calibri"/>
              </a:rPr>
              <a:t>.</a:t>
            </a:r>
          </a:p>
          <a:p>
            <a:pPr marL="0" indent="0">
              <a:buNone/>
            </a:pPr>
            <a:r>
              <a:rPr lang="fr-FR" sz="2400" dirty="0">
                <a:ea typeface="Calibri"/>
                <a:cs typeface="Calibri"/>
              </a:rPr>
              <a:t>C'est un responsable.</a:t>
            </a:r>
          </a:p>
          <a:p>
            <a:pPr marL="0" indent="0">
              <a:buNone/>
            </a:pPr>
            <a:r>
              <a:rPr lang="fr-FR" sz="2400" dirty="0">
                <a:ea typeface="Calibri"/>
                <a:cs typeface="Calibri"/>
              </a:rPr>
              <a:t>Impacte un service.</a:t>
            </a:r>
          </a:p>
          <a:p>
            <a:pPr marL="0" indent="0">
              <a:buNone/>
            </a:pPr>
            <a:endParaRPr lang="fr-FR" sz="2400" dirty="0">
              <a:ea typeface="Calibri"/>
              <a:cs typeface="Calibri"/>
            </a:endParaRPr>
          </a:p>
          <a:p>
            <a:pPr marL="0" indent="0">
              <a:buNone/>
            </a:pPr>
            <a:endParaRPr lang="fr-FR" sz="2400" dirty="0">
              <a:ea typeface="Calibri"/>
              <a:cs typeface="Calibri"/>
            </a:endParaRPr>
          </a:p>
          <a:p>
            <a:pPr marL="0" indent="0">
              <a:buNone/>
            </a:pPr>
            <a:endParaRPr lang="fr-FR" sz="2400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fr-FR" sz="2400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fr-FR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4786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E4E38E-5840-D3D2-20C8-E17F9D133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596" y="1610308"/>
            <a:ext cx="10131425" cy="3649133"/>
          </a:xfrm>
        </p:spPr>
        <p:txBody>
          <a:bodyPr/>
          <a:lstStyle/>
          <a:p>
            <a:r>
              <a:rPr lang="fr-FR" sz="2200" dirty="0">
                <a:ea typeface="Calibri"/>
                <a:cs typeface="Calibri"/>
              </a:rPr>
              <a:t>Charly de la comptabilité : _Niveau d'urgence : Bas;</a:t>
            </a:r>
            <a:endParaRPr lang="en-US" sz="2200" dirty="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fr-FR" sz="2200" dirty="0">
                <a:ea typeface="Calibri" panose="020F0502020204030204"/>
                <a:cs typeface="Calibri" panose="020F0502020204030204"/>
              </a:rPr>
              <a:t>            _Impact : Bas;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fr-FR" sz="2200" dirty="0">
                <a:ea typeface="Calibri" panose="020F0502020204030204"/>
                <a:cs typeface="Calibri" panose="020F0502020204030204"/>
              </a:rPr>
              <a:t>            _Priorité : Basse.</a:t>
            </a:r>
          </a:p>
          <a:p>
            <a:pPr marL="0" indent="0">
              <a:buNone/>
            </a:pPr>
            <a:r>
              <a:rPr lang="fr-FR" sz="2200" dirty="0">
                <a:ea typeface="Calibri" panose="020F0502020204030204"/>
                <a:cs typeface="Calibri" panose="020F0502020204030204"/>
              </a:rPr>
              <a:t>Erreur mot de passe.</a:t>
            </a:r>
          </a:p>
          <a:p>
            <a:pPr marL="0" indent="0">
              <a:buNone/>
            </a:pPr>
            <a:r>
              <a:rPr lang="fr-FR" sz="2200" dirty="0">
                <a:ea typeface="Calibri" panose="020F0502020204030204"/>
                <a:cs typeface="Calibri" panose="020F0502020204030204"/>
              </a:rPr>
              <a:t>Un seul utilisateur concerné.</a:t>
            </a:r>
          </a:p>
          <a:p>
            <a:pPr marL="0" indent="0">
              <a:buNone/>
            </a:pPr>
            <a:r>
              <a:rPr lang="fr-FR" sz="2200" dirty="0">
                <a:ea typeface="Calibri" panose="020F0502020204030204"/>
                <a:cs typeface="Calibri" panose="020F0502020204030204"/>
              </a:rPr>
              <a:t>Aucune application ou équipement impacté(e). </a:t>
            </a:r>
            <a:endParaRPr lang="fr-FR" dirty="0"/>
          </a:p>
          <a:p>
            <a:pPr marL="0" indent="0">
              <a:buNone/>
            </a:pPr>
            <a:endParaRPr lang="fr-FR" sz="2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58329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5AAC05-B49B-30E0-2302-03DD8B369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596" y="884843"/>
            <a:ext cx="10131425" cy="508962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FFFF"/>
              </a:buClr>
            </a:pPr>
            <a:endParaRPr lang="fr-FR" sz="2400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fr-FR" sz="2400" dirty="0">
                <a:ea typeface="Calibri"/>
                <a:cs typeface="Calibri"/>
              </a:rPr>
              <a:t>Karim, de l'équipe Hardware : Niveau d'urgence : Bas;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fr-FR" sz="2400" dirty="0">
                <a:ea typeface="Calibri"/>
                <a:cs typeface="Calibri"/>
              </a:rPr>
              <a:t>             Impact : Moyen;</a:t>
            </a:r>
          </a:p>
          <a:p>
            <a:pPr marL="0" indent="0">
              <a:buNone/>
            </a:pPr>
            <a:r>
              <a:rPr lang="fr-FR" sz="2400" dirty="0">
                <a:ea typeface="Calibri"/>
                <a:cs typeface="Calibri"/>
              </a:rPr>
              <a:t>             Priorité : Moyenne.</a:t>
            </a:r>
          </a:p>
          <a:p>
            <a:pPr marL="0" indent="0">
              <a:buNone/>
            </a:pPr>
            <a:r>
              <a:rPr lang="fr-FR" sz="2400" dirty="0">
                <a:ea typeface="Calibri"/>
                <a:cs typeface="Calibri"/>
              </a:rPr>
              <a:t>Manque de stock de disque dur dans la salle de serveur.</a:t>
            </a:r>
          </a:p>
          <a:p>
            <a:pPr marL="0" indent="0">
              <a:buNone/>
            </a:pPr>
            <a:r>
              <a:rPr lang="fr-FR" sz="2400" dirty="0">
                <a:ea typeface="Calibri"/>
                <a:cs typeface="Calibri"/>
              </a:rPr>
              <a:t>Pour le moment, l'urgence n'est pas haute mais à surveiller.</a:t>
            </a:r>
          </a:p>
          <a:p>
            <a:pPr>
              <a:buClr>
                <a:srgbClr val="FFFFFF"/>
              </a:buClr>
            </a:pPr>
            <a:endParaRPr lang="fr-FR" sz="2400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fr-FR" sz="2400" dirty="0">
              <a:ea typeface="Calibri"/>
              <a:cs typeface="Calibri"/>
            </a:endParaRPr>
          </a:p>
          <a:p>
            <a:pPr marL="0" indent="0">
              <a:buNone/>
            </a:pPr>
            <a:endParaRPr lang="fr-FR" sz="2400" dirty="0"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endParaRPr lang="fr-FR" sz="2400" dirty="0">
              <a:ea typeface="Calibri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0670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2D8A81-5223-9066-C0CF-38DFCE68B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596" y="1605089"/>
            <a:ext cx="10131425" cy="36491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400" dirty="0">
                <a:ea typeface="Calibri"/>
                <a:cs typeface="Calibri"/>
              </a:rPr>
              <a:t>Elise, de l'équipe commercial : Niveau d'urgence : Moyen;</a:t>
            </a:r>
            <a:endParaRPr lang="en-US" sz="2400" dirty="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fr-FR" sz="2400" dirty="0">
                <a:ea typeface="Calibri"/>
                <a:cs typeface="Calibri"/>
              </a:rPr>
              <a:t>             Impact : Moyen;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fr-FR" sz="2400" dirty="0">
                <a:ea typeface="Calibri"/>
                <a:cs typeface="Calibri"/>
              </a:rPr>
              <a:t>             Priorité : Moyenne.</a:t>
            </a:r>
          </a:p>
          <a:p>
            <a:pPr marL="0" indent="0">
              <a:buNone/>
            </a:pPr>
            <a:r>
              <a:rPr lang="fr-FR" sz="2400" dirty="0">
                <a:ea typeface="Calibri"/>
                <a:cs typeface="Calibri"/>
              </a:rPr>
              <a:t>Demande raccordement VPN au partenaire </a:t>
            </a:r>
            <a:r>
              <a:rPr lang="fr-FR" sz="2400" err="1">
                <a:ea typeface="Calibri"/>
                <a:cs typeface="Calibri"/>
              </a:rPr>
              <a:t>Ocito</a:t>
            </a:r>
            <a:r>
              <a:rPr lang="fr-FR" sz="2400" dirty="0">
                <a:ea typeface="Calibri"/>
                <a:cs typeface="Calibri"/>
              </a:rPr>
              <a:t>.</a:t>
            </a:r>
          </a:p>
          <a:p>
            <a:pPr marL="0" indent="0">
              <a:buNone/>
            </a:pPr>
            <a:endParaRPr lang="fr-FR" sz="1900" dirty="0">
              <a:ea typeface="Calibri"/>
              <a:cs typeface="Calibri"/>
            </a:endParaRPr>
          </a:p>
          <a:p>
            <a:pPr marL="0" indent="0">
              <a:buNone/>
            </a:pPr>
            <a:endParaRPr lang="fr-FR" sz="19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3064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44F94D-5879-2198-730D-510F059F9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377" y="1605089"/>
            <a:ext cx="10131425" cy="36491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fr-FR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fr-FR" sz="2200" dirty="0">
                <a:ea typeface="Calibri"/>
                <a:cs typeface="Calibri"/>
              </a:rPr>
              <a:t>Steeve de la comptabilité : Niveau d'urgence : Bas;</a:t>
            </a:r>
            <a:endParaRPr lang="en-US" sz="2200" dirty="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fr-FR" sz="2200" dirty="0">
                <a:ea typeface="Calibri"/>
                <a:cs typeface="Calibri"/>
              </a:rPr>
              <a:t>            Impact : Bas;</a:t>
            </a:r>
            <a:endParaRPr lang="en-US" sz="2200" dirty="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fr-FR" sz="2200" dirty="0">
                <a:ea typeface="Calibri"/>
                <a:cs typeface="Calibri"/>
              </a:rPr>
              <a:t>            Priorité : Basse.</a:t>
            </a:r>
          </a:p>
          <a:p>
            <a:pPr marL="0" indent="0">
              <a:buNone/>
            </a:pPr>
            <a:r>
              <a:rPr lang="fr-FR" sz="2200" dirty="0">
                <a:ea typeface="Calibri"/>
                <a:cs typeface="Calibri"/>
              </a:rPr>
              <a:t>Perte d'accès au logiciel </a:t>
            </a:r>
            <a:r>
              <a:rPr lang="fr-FR" sz="2200" dirty="0" err="1">
                <a:ea typeface="Calibri"/>
                <a:cs typeface="Calibri"/>
              </a:rPr>
              <a:t>Zefyr</a:t>
            </a:r>
            <a:r>
              <a:rPr lang="fr-FR" sz="2200" dirty="0">
                <a:ea typeface="Calibri" panose="020F0502020204030204"/>
                <a:cs typeface="Calibri" panose="020F0502020204030204"/>
              </a:rPr>
              <a:t> demandé par le chef de service.</a:t>
            </a:r>
          </a:p>
          <a:p>
            <a:pPr marL="0" indent="0">
              <a:buNone/>
            </a:pPr>
            <a:endParaRPr lang="fr-FR" sz="2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03171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0DF47-C35F-A63E-962F-277F1010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596" y="2053938"/>
            <a:ext cx="10131425" cy="2761061"/>
          </a:xfrm>
        </p:spPr>
        <p:txBody>
          <a:bodyPr>
            <a:noAutofit/>
          </a:bodyPr>
          <a:lstStyle/>
          <a:p>
            <a:pPr algn="ctr"/>
            <a:r>
              <a:rPr lang="fr-FR" sz="6000" b="1" dirty="0"/>
              <a:t>LA SOLUTION DE LEURS PROBLEMES</a:t>
            </a:r>
            <a:endParaRPr lang="fr-FR" sz="4800" dirty="0"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11285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 descr="Une image contenant texte, capture d’écran, logiciel, Page web&#10;&#10;Description générée automatiquement">
            <a:extLst>
              <a:ext uri="{FF2B5EF4-FFF2-40B4-BE49-F238E27FC236}">
                <a16:creationId xmlns:a16="http://schemas.microsoft.com/office/drawing/2014/main" id="{FADE88F8-38B0-46BF-0720-EF7BC82591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49"/>
          <a:stretch/>
        </p:blipFill>
        <p:spPr>
          <a:xfrm>
            <a:off x="785295" y="691733"/>
            <a:ext cx="10614347" cy="548245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2192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EA9AF1-EF35-4EC4-862B-93C14919B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5" name="Espace réservé du contenu 4" descr="Une image contenant texte, capture d’écran, Police, document&#10;&#10;Description générée automatiquement">
            <a:extLst>
              <a:ext uri="{FF2B5EF4-FFF2-40B4-BE49-F238E27FC236}">
                <a16:creationId xmlns:a16="http://schemas.microsoft.com/office/drawing/2014/main" id="{3DA3973C-3071-1240-6407-FE5414C586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69" b="28242"/>
          <a:stretch/>
        </p:blipFill>
        <p:spPr>
          <a:xfrm>
            <a:off x="1577228" y="893669"/>
            <a:ext cx="9031922" cy="507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03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48357A6B-E5E6-3CAB-4D71-8C9F330D30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50" r="81"/>
          <a:stretch/>
        </p:blipFill>
        <p:spPr>
          <a:xfrm>
            <a:off x="722664" y="649980"/>
            <a:ext cx="10736731" cy="5578308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354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DD5C30B8-773C-B71C-429B-FF87068B6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169" y="1151404"/>
            <a:ext cx="9256058" cy="4552287"/>
          </a:xfrm>
        </p:spPr>
      </p:pic>
    </p:spTree>
    <p:extLst>
      <p:ext uri="{BB962C8B-B14F-4D97-AF65-F5344CB8AC3E}">
        <p14:creationId xmlns:p14="http://schemas.microsoft.com/office/powerpoint/2010/main" val="3975059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logiciel, Page web&#10;&#10;Description générée automatiquement">
            <a:extLst>
              <a:ext uri="{FF2B5EF4-FFF2-40B4-BE49-F238E27FC236}">
                <a16:creationId xmlns:a16="http://schemas.microsoft.com/office/drawing/2014/main" id="{C888968F-6B03-F8D9-67B1-E76531E7E4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14" r="116" b="-696"/>
          <a:stretch/>
        </p:blipFill>
        <p:spPr>
          <a:xfrm>
            <a:off x="691349" y="670856"/>
            <a:ext cx="10802136" cy="557934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8510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A0C04575-BAB4-9543-D7A2-F65CE10CF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8713" y="1140199"/>
            <a:ext cx="9468970" cy="4030589"/>
          </a:xfrm>
        </p:spPr>
      </p:pic>
    </p:spTree>
    <p:extLst>
      <p:ext uri="{BB962C8B-B14F-4D97-AF65-F5344CB8AC3E}">
        <p14:creationId xmlns:p14="http://schemas.microsoft.com/office/powerpoint/2010/main" val="4171703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DEB92239-D269-9B52-4105-D44E490A36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80" r="97"/>
          <a:stretch/>
        </p:blipFill>
        <p:spPr>
          <a:xfrm>
            <a:off x="174651" y="686514"/>
            <a:ext cx="11835548" cy="557679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492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Police, document&#10;&#10;Description générée automatiquement">
            <a:extLst>
              <a:ext uri="{FF2B5EF4-FFF2-40B4-BE49-F238E27FC236}">
                <a16:creationId xmlns:a16="http://schemas.microsoft.com/office/drawing/2014/main" id="{902AA875-93F4-D8F3-1786-CC98F7A58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1310" y="606013"/>
            <a:ext cx="7623966" cy="5645477"/>
          </a:xfrm>
        </p:spPr>
      </p:pic>
    </p:spTree>
    <p:extLst>
      <p:ext uri="{BB962C8B-B14F-4D97-AF65-F5344CB8AC3E}">
        <p14:creationId xmlns:p14="http://schemas.microsoft.com/office/powerpoint/2010/main" val="2272786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logiciel, Page web&#10;&#10;Description générée automatiquement">
            <a:extLst>
              <a:ext uri="{FF2B5EF4-FFF2-40B4-BE49-F238E27FC236}">
                <a16:creationId xmlns:a16="http://schemas.microsoft.com/office/drawing/2014/main" id="{15B4D3DF-68C4-8812-6071-55F9DA8B28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90" r="151" b="-285"/>
          <a:stretch/>
        </p:blipFill>
        <p:spPr>
          <a:xfrm>
            <a:off x="654815" y="691733"/>
            <a:ext cx="10875213" cy="5572511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8415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E1D263-3195-1E4A-9861-E8152248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b="1" dirty="0">
                <a:cs typeface="Calibri Light"/>
              </a:rPr>
              <a:t>BILAN</a:t>
            </a:r>
          </a:p>
        </p:txBody>
      </p:sp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7DB09E27-7F39-9644-6CFD-39E1DD9380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4217880"/>
              </p:ext>
            </p:extLst>
          </p:nvPr>
        </p:nvGraphicFramePr>
        <p:xfrm>
          <a:off x="685800" y="2141538"/>
          <a:ext cx="10131424" cy="2232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5712">
                  <a:extLst>
                    <a:ext uri="{9D8B030D-6E8A-4147-A177-3AD203B41FA5}">
                      <a16:colId xmlns:a16="http://schemas.microsoft.com/office/drawing/2014/main" val="3846663185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269320168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dirty="0"/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Tickets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334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Nombres crées</a:t>
                      </a:r>
                      <a:endParaRPr lang="fr-FR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08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Assignés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801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En attente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527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Résolus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210631"/>
                  </a:ext>
                </a:extLst>
              </a:tr>
              <a:tr h="37819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Clos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484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8176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Celestial</vt:lpstr>
      <vt:lpstr>GERER LES DEMANDES AU QUOTIDIEN </vt:lpstr>
      <vt:lpstr>SOMMAIRE </vt:lpstr>
      <vt:lpstr>JUSTIFICATION DE L'ORDRE DE MES PRIORITES </vt:lpstr>
      <vt:lpstr>Présentation PowerPoint</vt:lpstr>
      <vt:lpstr>Présentation PowerPoint</vt:lpstr>
      <vt:lpstr>Présentation PowerPoint</vt:lpstr>
      <vt:lpstr>Présentation PowerPoint</vt:lpstr>
      <vt:lpstr>LA SOLUTION DE LEURS PROBLEMES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BILAN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/>
  <cp:revision>696</cp:revision>
  <dcterms:created xsi:type="dcterms:W3CDTF">2024-07-30T13:19:39Z</dcterms:created>
  <dcterms:modified xsi:type="dcterms:W3CDTF">2024-08-25T17:54:56Z</dcterms:modified>
</cp:coreProperties>
</file>